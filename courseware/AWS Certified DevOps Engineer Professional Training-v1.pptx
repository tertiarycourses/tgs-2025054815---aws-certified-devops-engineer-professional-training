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586531f8784b38" /><Relationship Type="http://schemas.openxmlformats.org/officeDocument/2006/relationships/extended-properties" Target="/docProps/app.xml" Id="Ra6e65adfb9e34bb0" /><Relationship Type="http://schemas.openxmlformats.org/officeDocument/2006/relationships/officeDocument" Target="/ppt/presentation.xml" Id="R91da9056b4f146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481619f6ef432d"/>
  </p:sldMasterIdLst>
  <p:notesMasterIdLst>
    <p:notesMasterId xmlns:r="http://schemas.openxmlformats.org/officeDocument/2006/relationships" r:id="R5159d15a955b46be"/>
  </p:notesMasterIdLst>
  <p:sldIdLst>
    <p:sldId xmlns:r="http://schemas.openxmlformats.org/officeDocument/2006/relationships" id="256" r:id="R66d09f76ffcd4508"/>
    <p:sldId xmlns:r="http://schemas.openxmlformats.org/officeDocument/2006/relationships" id="257" r:id="R9bc8597b88da443e"/>
    <p:sldId xmlns:r="http://schemas.openxmlformats.org/officeDocument/2006/relationships" id="258" r:id="Rdf18eea291f84c99"/>
    <p:sldId xmlns:r="http://schemas.openxmlformats.org/officeDocument/2006/relationships" id="259" r:id="Rd61b364fd55e4928"/>
    <p:sldId xmlns:r="http://schemas.openxmlformats.org/officeDocument/2006/relationships" id="260" r:id="R38bfbdfa00664ca9"/>
    <p:sldId xmlns:r="http://schemas.openxmlformats.org/officeDocument/2006/relationships" id="261" r:id="R0bea2bf3898d4678"/>
    <p:sldId xmlns:r="http://schemas.openxmlformats.org/officeDocument/2006/relationships" id="262" r:id="R5a9ff65a93184ac9"/>
    <p:sldId xmlns:r="http://schemas.openxmlformats.org/officeDocument/2006/relationships" id="263" r:id="R01d2a4d30a404ba6"/>
    <p:sldId xmlns:r="http://schemas.openxmlformats.org/officeDocument/2006/relationships" id="264" r:id="Ra3f111a479934185"/>
    <p:sldId xmlns:r="http://schemas.openxmlformats.org/officeDocument/2006/relationships" id="265" r:id="R726e86f023104fad"/>
    <p:sldId xmlns:r="http://schemas.openxmlformats.org/officeDocument/2006/relationships" id="266" r:id="R0c4aaf4bf7d54fa6"/>
    <p:sldId xmlns:r="http://schemas.openxmlformats.org/officeDocument/2006/relationships" id="267" r:id="R31e8502363674316"/>
    <p:sldId xmlns:r="http://schemas.openxmlformats.org/officeDocument/2006/relationships" id="268" r:id="R435a9924cf0d4866"/>
    <p:sldId xmlns:r="http://schemas.openxmlformats.org/officeDocument/2006/relationships" id="269" r:id="Rd2f6efa6f82d4059"/>
    <p:sldId xmlns:r="http://schemas.openxmlformats.org/officeDocument/2006/relationships" id="270" r:id="Rac4bd15c6d664b54"/>
    <p:sldId xmlns:r="http://schemas.openxmlformats.org/officeDocument/2006/relationships" id="271" r:id="R6e5a8ecd7160404c"/>
    <p:sldId xmlns:r="http://schemas.openxmlformats.org/officeDocument/2006/relationships" id="272" r:id="R98350247942641ab"/>
    <p:sldId xmlns:r="http://schemas.openxmlformats.org/officeDocument/2006/relationships" id="273" r:id="R57ea02dc51754919"/>
    <p:sldId xmlns:r="http://schemas.openxmlformats.org/officeDocument/2006/relationships" id="274" r:id="Rd92f7950d6a34ed1"/>
    <p:sldId xmlns:r="http://schemas.openxmlformats.org/officeDocument/2006/relationships" id="275" r:id="R20237f1de42242d3"/>
    <p:sldId xmlns:r="http://schemas.openxmlformats.org/officeDocument/2006/relationships" id="276" r:id="R0956cdae60bf4ae5"/>
    <p:sldId xmlns:r="http://schemas.openxmlformats.org/officeDocument/2006/relationships" id="277" r:id="R84dfcf704a534983"/>
    <p:sldId xmlns:r="http://schemas.openxmlformats.org/officeDocument/2006/relationships" id="278" r:id="R02b1d261f6854a0f"/>
    <p:sldId xmlns:r="http://schemas.openxmlformats.org/officeDocument/2006/relationships" id="279" r:id="R4d9dbb2b60a34efa"/>
    <p:sldId xmlns:r="http://schemas.openxmlformats.org/officeDocument/2006/relationships" id="280" r:id="Ra7fd272e6e7c4fdb"/>
    <p:sldId xmlns:r="http://schemas.openxmlformats.org/officeDocument/2006/relationships" id="281" r:id="Rf8cd7ffe7b934cdd"/>
    <p:sldId xmlns:r="http://schemas.openxmlformats.org/officeDocument/2006/relationships" id="282" r:id="R73ae3d13df8b4898"/>
    <p:sldId xmlns:r="http://schemas.openxmlformats.org/officeDocument/2006/relationships" id="283" r:id="Rf550f07305954e12"/>
    <p:sldId xmlns:r="http://schemas.openxmlformats.org/officeDocument/2006/relationships" id="284" r:id="Rd90ac3c4bbfc449b"/>
    <p:sldId xmlns:r="http://schemas.openxmlformats.org/officeDocument/2006/relationships" id="285" r:id="R34854f4672f344f2"/>
    <p:sldId xmlns:r="http://schemas.openxmlformats.org/officeDocument/2006/relationships" id="286" r:id="R66ab9e9d385d4bb0"/>
    <p:sldId xmlns:r="http://schemas.openxmlformats.org/officeDocument/2006/relationships" id="287" r:id="Rac7fe2d81bd1476c"/>
    <p:sldId xmlns:r="http://schemas.openxmlformats.org/officeDocument/2006/relationships" id="288" r:id="Rafa13166c1944dae"/>
    <p:sldId xmlns:r="http://schemas.openxmlformats.org/officeDocument/2006/relationships" id="289" r:id="R4de28fda1c274024"/>
    <p:sldId xmlns:r="http://schemas.openxmlformats.org/officeDocument/2006/relationships" id="290" r:id="R4be134e91f4b4afe"/>
    <p:sldId xmlns:r="http://schemas.openxmlformats.org/officeDocument/2006/relationships" id="291" r:id="R3e1b05184e694fac"/>
    <p:sldId xmlns:r="http://schemas.openxmlformats.org/officeDocument/2006/relationships" id="292" r:id="R62c82577b5584372"/>
    <p:sldId xmlns:r="http://schemas.openxmlformats.org/officeDocument/2006/relationships" id="293" r:id="Rfc5d4a9e3e914aa9"/>
    <p:sldId xmlns:r="http://schemas.openxmlformats.org/officeDocument/2006/relationships" id="294" r:id="Rd00b20e17bb94123"/>
    <p:sldId xmlns:r="http://schemas.openxmlformats.org/officeDocument/2006/relationships" id="295" r:id="R4867037decc04484"/>
    <p:sldId xmlns:r="http://schemas.openxmlformats.org/officeDocument/2006/relationships" id="296" r:id="Rbe6cb0b034094b10"/>
    <p:sldId xmlns:r="http://schemas.openxmlformats.org/officeDocument/2006/relationships" id="297" r:id="R504225d9416e4049"/>
    <p:sldId xmlns:r="http://schemas.openxmlformats.org/officeDocument/2006/relationships" id="298" r:id="R60a7ad8ff2444e2d"/>
    <p:sldId xmlns:r="http://schemas.openxmlformats.org/officeDocument/2006/relationships" id="299" r:id="Ra286debab0ca46fc"/>
    <p:sldId xmlns:r="http://schemas.openxmlformats.org/officeDocument/2006/relationships" id="300" r:id="R464c8c8b39a046b1"/>
    <p:sldId xmlns:r="http://schemas.openxmlformats.org/officeDocument/2006/relationships" id="301" r:id="R72e09212ab7744c1"/>
    <p:sldId xmlns:r="http://schemas.openxmlformats.org/officeDocument/2006/relationships" id="302" r:id="R812b0a2fae2444e3"/>
    <p:sldId xmlns:r="http://schemas.openxmlformats.org/officeDocument/2006/relationships" id="303" r:id="R8f161ea7285b4f33"/>
    <p:sldId xmlns:r="http://schemas.openxmlformats.org/officeDocument/2006/relationships" id="304" r:id="Rf49f0a0bb2534d8c"/>
    <p:sldId xmlns:r="http://schemas.openxmlformats.org/officeDocument/2006/relationships" id="305" r:id="R9b1d72777c214e63"/>
    <p:sldId xmlns:r="http://schemas.openxmlformats.org/officeDocument/2006/relationships" id="306" r:id="R817d7b6221354f18"/>
    <p:sldId xmlns:r="http://schemas.openxmlformats.org/officeDocument/2006/relationships" id="307" r:id="R0ed3f923c1624200"/>
    <p:sldId xmlns:r="http://schemas.openxmlformats.org/officeDocument/2006/relationships" id="308" r:id="R4bc3719b3ba84467"/>
    <p:sldId xmlns:r="http://schemas.openxmlformats.org/officeDocument/2006/relationships" id="309" r:id="R9775844740504639"/>
    <p:sldId xmlns:r="http://schemas.openxmlformats.org/officeDocument/2006/relationships" id="310" r:id="R0e1e92a36c0d4a55"/>
    <p:sldId xmlns:r="http://schemas.openxmlformats.org/officeDocument/2006/relationships" id="311" r:id="R3944ab4502ad475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a4208c7ff54276" /><Relationship Type="http://schemas.openxmlformats.org/officeDocument/2006/relationships/slideMaster" Target="/ppt/slideMasters/slideMaster1.xml" Id="R22481619f6ef432d" /><Relationship Type="http://schemas.openxmlformats.org/officeDocument/2006/relationships/notesMaster" Target="/ppt/notesMasters/notesMaster1.xml" Id="R5159d15a955b46be" /><Relationship Type="http://schemas.openxmlformats.org/officeDocument/2006/relationships/presProps" Target="/ppt/presProps.xml" Id="R8d89498c276b4f51" /><Relationship Type="http://schemas.openxmlformats.org/officeDocument/2006/relationships/tableStyles" Target="/ppt/tableStyles.xml" Id="Ra3c8635a25d04555" /><Relationship Type="http://schemas.openxmlformats.org/officeDocument/2006/relationships/slide" Target="/ppt/slides/slide1.xml" Id="R66d09f76ffcd4508" /><Relationship Type="http://schemas.openxmlformats.org/officeDocument/2006/relationships/slide" Target="/ppt/slides/slide2.xml" Id="R9bc8597b88da443e" /><Relationship Type="http://schemas.openxmlformats.org/officeDocument/2006/relationships/slide" Target="/ppt/slides/slide3.xml" Id="Rdf18eea291f84c99" /><Relationship Type="http://schemas.openxmlformats.org/officeDocument/2006/relationships/slide" Target="/ppt/slides/slide4.xml" Id="Rd61b364fd55e4928" /><Relationship Type="http://schemas.openxmlformats.org/officeDocument/2006/relationships/slide" Target="/ppt/slides/slide5.xml" Id="R38bfbdfa00664ca9" /><Relationship Type="http://schemas.openxmlformats.org/officeDocument/2006/relationships/slide" Target="/ppt/slides/slide6.xml" Id="R0bea2bf3898d4678" /><Relationship Type="http://schemas.openxmlformats.org/officeDocument/2006/relationships/slide" Target="/ppt/slides/slide7.xml" Id="R5a9ff65a93184ac9" /><Relationship Type="http://schemas.openxmlformats.org/officeDocument/2006/relationships/slide" Target="/ppt/slides/slide8.xml" Id="R01d2a4d30a404ba6" /><Relationship Type="http://schemas.openxmlformats.org/officeDocument/2006/relationships/slide" Target="/ppt/slides/slide9.xml" Id="Ra3f111a479934185" /><Relationship Type="http://schemas.openxmlformats.org/officeDocument/2006/relationships/slide" Target="/ppt/slides/slide10.xml" Id="R726e86f023104fad" /><Relationship Type="http://schemas.openxmlformats.org/officeDocument/2006/relationships/slide" Target="/ppt/slides/slide11.xml" Id="R0c4aaf4bf7d54fa6" /><Relationship Type="http://schemas.openxmlformats.org/officeDocument/2006/relationships/slide" Target="/ppt/slides/slide12.xml" Id="R31e8502363674316" /><Relationship Type="http://schemas.openxmlformats.org/officeDocument/2006/relationships/slide" Target="/ppt/slides/slide13.xml" Id="R435a9924cf0d4866" /><Relationship Type="http://schemas.openxmlformats.org/officeDocument/2006/relationships/slide" Target="/ppt/slides/slide14.xml" Id="Rd2f6efa6f82d4059" /><Relationship Type="http://schemas.openxmlformats.org/officeDocument/2006/relationships/slide" Target="/ppt/slides/slide15.xml" Id="Rac4bd15c6d664b54" /><Relationship Type="http://schemas.openxmlformats.org/officeDocument/2006/relationships/slide" Target="/ppt/slides/slide16.xml" Id="R6e5a8ecd7160404c" /><Relationship Type="http://schemas.openxmlformats.org/officeDocument/2006/relationships/slide" Target="/ppt/slides/slide17.xml" Id="R98350247942641ab" /><Relationship Type="http://schemas.openxmlformats.org/officeDocument/2006/relationships/slide" Target="/ppt/slides/slide18.xml" Id="R57ea02dc51754919" /><Relationship Type="http://schemas.openxmlformats.org/officeDocument/2006/relationships/slide" Target="/ppt/slides/slide19.xml" Id="Rd92f7950d6a34ed1" /><Relationship Type="http://schemas.openxmlformats.org/officeDocument/2006/relationships/slide" Target="/ppt/slides/slide20.xml" Id="R20237f1de42242d3" /><Relationship Type="http://schemas.openxmlformats.org/officeDocument/2006/relationships/slide" Target="/ppt/slides/slide21.xml" Id="R0956cdae60bf4ae5" /><Relationship Type="http://schemas.openxmlformats.org/officeDocument/2006/relationships/slide" Target="/ppt/slides/slide22.xml" Id="R84dfcf704a534983" /><Relationship Type="http://schemas.openxmlformats.org/officeDocument/2006/relationships/slide" Target="/ppt/slides/slide23.xml" Id="R02b1d261f6854a0f" /><Relationship Type="http://schemas.openxmlformats.org/officeDocument/2006/relationships/slide" Target="/ppt/slides/slide24.xml" Id="R4d9dbb2b60a34efa" /><Relationship Type="http://schemas.openxmlformats.org/officeDocument/2006/relationships/slide" Target="/ppt/slides/slide25.xml" Id="Ra7fd272e6e7c4fdb" /><Relationship Type="http://schemas.openxmlformats.org/officeDocument/2006/relationships/slide" Target="/ppt/slides/slide26.xml" Id="Rf8cd7ffe7b934cdd" /><Relationship Type="http://schemas.openxmlformats.org/officeDocument/2006/relationships/slide" Target="/ppt/slides/slide27.xml" Id="R73ae3d13df8b4898" /><Relationship Type="http://schemas.openxmlformats.org/officeDocument/2006/relationships/slide" Target="/ppt/slides/slide28.xml" Id="Rf550f07305954e12" /><Relationship Type="http://schemas.openxmlformats.org/officeDocument/2006/relationships/slide" Target="/ppt/slides/slide29.xml" Id="Rd90ac3c4bbfc449b" /><Relationship Type="http://schemas.openxmlformats.org/officeDocument/2006/relationships/slide" Target="/ppt/slides/slide30.xml" Id="R34854f4672f344f2" /><Relationship Type="http://schemas.openxmlformats.org/officeDocument/2006/relationships/slide" Target="/ppt/slides/slide31.xml" Id="R66ab9e9d385d4bb0" /><Relationship Type="http://schemas.openxmlformats.org/officeDocument/2006/relationships/slide" Target="/ppt/slides/slide32.xml" Id="Rac7fe2d81bd1476c" /><Relationship Type="http://schemas.openxmlformats.org/officeDocument/2006/relationships/slide" Target="/ppt/slides/slide33.xml" Id="Rafa13166c1944dae" /><Relationship Type="http://schemas.openxmlformats.org/officeDocument/2006/relationships/slide" Target="/ppt/slides/slide34.xml" Id="R4de28fda1c274024" /><Relationship Type="http://schemas.openxmlformats.org/officeDocument/2006/relationships/slide" Target="/ppt/slides/slide35.xml" Id="R4be134e91f4b4afe" /><Relationship Type="http://schemas.openxmlformats.org/officeDocument/2006/relationships/slide" Target="/ppt/slides/slide36.xml" Id="R3e1b05184e694fac" /><Relationship Type="http://schemas.openxmlformats.org/officeDocument/2006/relationships/slide" Target="/ppt/slides/slide37.xml" Id="R62c82577b5584372" /><Relationship Type="http://schemas.openxmlformats.org/officeDocument/2006/relationships/slide" Target="/ppt/slides/slide38.xml" Id="Rfc5d4a9e3e914aa9" /><Relationship Type="http://schemas.openxmlformats.org/officeDocument/2006/relationships/slide" Target="/ppt/slides/slide39.xml" Id="Rd00b20e17bb94123" /><Relationship Type="http://schemas.openxmlformats.org/officeDocument/2006/relationships/slide" Target="/ppt/slides/slide40.xml" Id="R4867037decc04484" /><Relationship Type="http://schemas.openxmlformats.org/officeDocument/2006/relationships/slide" Target="/ppt/slides/slide41.xml" Id="Rbe6cb0b034094b10" /><Relationship Type="http://schemas.openxmlformats.org/officeDocument/2006/relationships/slide" Target="/ppt/slides/slide42.xml" Id="R504225d9416e4049" /><Relationship Type="http://schemas.openxmlformats.org/officeDocument/2006/relationships/slide" Target="/ppt/slides/slide43.xml" Id="R60a7ad8ff2444e2d" /><Relationship Type="http://schemas.openxmlformats.org/officeDocument/2006/relationships/slide" Target="/ppt/slides/slide44.xml" Id="Ra286debab0ca46fc" /><Relationship Type="http://schemas.openxmlformats.org/officeDocument/2006/relationships/slide" Target="/ppt/slides/slide45.xml" Id="R464c8c8b39a046b1" /><Relationship Type="http://schemas.openxmlformats.org/officeDocument/2006/relationships/slide" Target="/ppt/slides/slide46.xml" Id="R72e09212ab7744c1" /><Relationship Type="http://schemas.openxmlformats.org/officeDocument/2006/relationships/slide" Target="/ppt/slides/slide47.xml" Id="R812b0a2fae2444e3" /><Relationship Type="http://schemas.openxmlformats.org/officeDocument/2006/relationships/slide" Target="/ppt/slides/slide48.xml" Id="R8f161ea7285b4f33" /><Relationship Type="http://schemas.openxmlformats.org/officeDocument/2006/relationships/slide" Target="/ppt/slides/slide49.xml" Id="Rf49f0a0bb2534d8c" /><Relationship Type="http://schemas.openxmlformats.org/officeDocument/2006/relationships/slide" Target="/ppt/slides/slide50.xml" Id="R9b1d72777c214e63" /><Relationship Type="http://schemas.openxmlformats.org/officeDocument/2006/relationships/slide" Target="/ppt/slides/slide51.xml" Id="R817d7b6221354f18" /><Relationship Type="http://schemas.openxmlformats.org/officeDocument/2006/relationships/slide" Target="/ppt/slides/slide52.xml" Id="R0ed3f923c1624200" /><Relationship Type="http://schemas.openxmlformats.org/officeDocument/2006/relationships/slide" Target="/ppt/slides/slide53.xml" Id="R4bc3719b3ba84467" /><Relationship Type="http://schemas.openxmlformats.org/officeDocument/2006/relationships/slide" Target="/ppt/slides/slide54.xml" Id="R9775844740504639" /><Relationship Type="http://schemas.openxmlformats.org/officeDocument/2006/relationships/slide" Target="/ppt/slides/slide55.xml" Id="R0e1e92a36c0d4a55" /><Relationship Type="http://schemas.openxmlformats.org/officeDocument/2006/relationships/slide" Target="/ppt/slides/slide56.xml" Id="R3944ab4502ad47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0494c4d9e349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b23e014a32457c" /><Relationship Type="http://schemas.openxmlformats.org/officeDocument/2006/relationships/notesMaster" Target="/ppt/notesMasters/notesMaster1.xml" Id="Rd5647821efb84b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6157dd55ee4a38" /><Relationship Type="http://schemas.openxmlformats.org/officeDocument/2006/relationships/notesMaster" Target="/ppt/notesMasters/notesMaster1.xml" Id="R9a1dd27fb32c4a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0f95df1a4e4fb0" /><Relationship Type="http://schemas.openxmlformats.org/officeDocument/2006/relationships/notesMaster" Target="/ppt/notesMasters/notesMaster1.xml" Id="R93588a2bb0ea4a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2b582e78fa4fb5" /><Relationship Type="http://schemas.openxmlformats.org/officeDocument/2006/relationships/notesMaster" Target="/ppt/notesMasters/notesMaster1.xml" Id="R61f62d79d5384c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e0265191804746" /><Relationship Type="http://schemas.openxmlformats.org/officeDocument/2006/relationships/notesMaster" Target="/ppt/notesMasters/notesMaster1.xml" Id="Rce7a627124194b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120877c4514f5d" /><Relationship Type="http://schemas.openxmlformats.org/officeDocument/2006/relationships/notesMaster" Target="/ppt/notesMasters/notesMaster1.xml" Id="Rf0b99ee21a2446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8494acf856437d" /><Relationship Type="http://schemas.openxmlformats.org/officeDocument/2006/relationships/notesMaster" Target="/ppt/notesMasters/notesMaster1.xml" Id="R6867a93b410840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3636fb6e0141d7" /><Relationship Type="http://schemas.openxmlformats.org/officeDocument/2006/relationships/notesMaster" Target="/ppt/notesMasters/notesMaster1.xml" Id="R23530197eb504d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06451ad1a1b476c" /><Relationship Type="http://schemas.openxmlformats.org/officeDocument/2006/relationships/notesMaster" Target="/ppt/notesMasters/notesMaster1.xml" Id="Rd9c9dc9ff5334e6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6d176d81ba4677" /><Relationship Type="http://schemas.openxmlformats.org/officeDocument/2006/relationships/notesMaster" Target="/ppt/notesMasters/notesMaster1.xml" Id="R35dc52d9ccde41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d2f8916c57f4a2c" /><Relationship Type="http://schemas.openxmlformats.org/officeDocument/2006/relationships/notesMaster" Target="/ppt/notesMasters/notesMaster1.xml" Id="Raebebfd0a49349d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f23cfd6b8dd4aac" /><Relationship Type="http://schemas.openxmlformats.org/officeDocument/2006/relationships/notesMaster" Target="/ppt/notesMasters/notesMaster1.xml" Id="R12715a52bc534f6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1345c31ec59474f" /><Relationship Type="http://schemas.openxmlformats.org/officeDocument/2006/relationships/notesMaster" Target="/ppt/notesMasters/notesMaster1.xml" Id="R1b037694f81d4cd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2d4d874bcac4a39" /><Relationship Type="http://schemas.openxmlformats.org/officeDocument/2006/relationships/notesMaster" Target="/ppt/notesMasters/notesMaster1.xml" Id="Re00971a28cb0478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b66255057a94193" /><Relationship Type="http://schemas.openxmlformats.org/officeDocument/2006/relationships/notesMaster" Target="/ppt/notesMasters/notesMaster1.xml" Id="Rc5bbd5f3c834477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c54cd0051884a14" /><Relationship Type="http://schemas.openxmlformats.org/officeDocument/2006/relationships/notesMaster" Target="/ppt/notesMasters/notesMaster1.xml" Id="R889b871d817f4c6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00bda224e034da2" /><Relationship Type="http://schemas.openxmlformats.org/officeDocument/2006/relationships/notesMaster" Target="/ppt/notesMasters/notesMaster1.xml" Id="Rce03b707192f481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5669368dc524214" /><Relationship Type="http://schemas.openxmlformats.org/officeDocument/2006/relationships/notesMaster" Target="/ppt/notesMasters/notesMaster1.xml" Id="R5fce934f38244cb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cc5c9d860764710" /><Relationship Type="http://schemas.openxmlformats.org/officeDocument/2006/relationships/notesMaster" Target="/ppt/notesMasters/notesMaster1.xml" Id="R528011e6bc53418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c8f48fede044a14" /><Relationship Type="http://schemas.openxmlformats.org/officeDocument/2006/relationships/notesMaster" Target="/ppt/notesMasters/notesMaster1.xml" Id="R0ae772cb986f4ef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039479c3f794b54" /><Relationship Type="http://schemas.openxmlformats.org/officeDocument/2006/relationships/notesMaster" Target="/ppt/notesMasters/notesMaster1.xml" Id="R43cf717c6416440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732cfa1418f4bd5" /><Relationship Type="http://schemas.openxmlformats.org/officeDocument/2006/relationships/notesMaster" Target="/ppt/notesMasters/notesMaster1.xml" Id="R956cf348acc44e2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052aad6dd214a9a" /><Relationship Type="http://schemas.openxmlformats.org/officeDocument/2006/relationships/notesMaster" Target="/ppt/notesMasters/notesMaster1.xml" Id="R4e359a7c65b8456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ba6ac4a685741d7" /><Relationship Type="http://schemas.openxmlformats.org/officeDocument/2006/relationships/notesMaster" Target="/ppt/notesMasters/notesMaster1.xml" Id="R3093c49fe8664a4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ebb879dbef5490a" /><Relationship Type="http://schemas.openxmlformats.org/officeDocument/2006/relationships/notesMaster" Target="/ppt/notesMasters/notesMaster1.xml" Id="R97ae5e86834d4c1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6a6acc91f5d4ec7" /><Relationship Type="http://schemas.openxmlformats.org/officeDocument/2006/relationships/notesMaster" Target="/ppt/notesMasters/notesMaster1.xml" Id="R1638a163bc5347c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44059e5f7ab45b7" /><Relationship Type="http://schemas.openxmlformats.org/officeDocument/2006/relationships/notesMaster" Target="/ppt/notesMasters/notesMaster1.xml" Id="Ra07a56351b2c4a8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a3cc7e7a67d4aae" /><Relationship Type="http://schemas.openxmlformats.org/officeDocument/2006/relationships/notesMaster" Target="/ppt/notesMasters/notesMaster1.xml" Id="R0bf2035b21b74a3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7e2aa8b3e9f4dd4" /><Relationship Type="http://schemas.openxmlformats.org/officeDocument/2006/relationships/notesMaster" Target="/ppt/notesMasters/notesMaster1.xml" Id="R9874cf23fed2420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701102bafbd4b78" /><Relationship Type="http://schemas.openxmlformats.org/officeDocument/2006/relationships/notesMaster" Target="/ppt/notesMasters/notesMaster1.xml" Id="R47011c3e45a749f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14ed61ec4054ddf" /><Relationship Type="http://schemas.openxmlformats.org/officeDocument/2006/relationships/notesMaster" Target="/ppt/notesMasters/notesMaster1.xml" Id="Rde63e532fb2c4fd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35b42b4b05246a9" /><Relationship Type="http://schemas.openxmlformats.org/officeDocument/2006/relationships/notesMaster" Target="/ppt/notesMasters/notesMaster1.xml" Id="R9d03ef2302ff462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f2e2911cfae4fb6" /><Relationship Type="http://schemas.openxmlformats.org/officeDocument/2006/relationships/notesMaster" Target="/ppt/notesMasters/notesMaster1.xml" Id="R26b03504b3ae4f5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ae6e83660a44613" /><Relationship Type="http://schemas.openxmlformats.org/officeDocument/2006/relationships/notesMaster" Target="/ppt/notesMasters/notesMaster1.xml" Id="R47b1ebd57b17442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a8a2f7d00ad440d" /><Relationship Type="http://schemas.openxmlformats.org/officeDocument/2006/relationships/notesMaster" Target="/ppt/notesMasters/notesMaster1.xml" Id="Rddb61438fd20401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92b334ee6c04da6" /><Relationship Type="http://schemas.openxmlformats.org/officeDocument/2006/relationships/notesMaster" Target="/ppt/notesMasters/notesMaster1.xml" Id="R36223e513ad64f7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e60ff79d9b84e1c" /><Relationship Type="http://schemas.openxmlformats.org/officeDocument/2006/relationships/notesMaster" Target="/ppt/notesMasters/notesMaster1.xml" Id="R03812973e3bc487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b9ca45f08304706" /><Relationship Type="http://schemas.openxmlformats.org/officeDocument/2006/relationships/notesMaster" Target="/ppt/notesMasters/notesMaster1.xml" Id="R71849b70a5de4fd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5137945748e4105" /><Relationship Type="http://schemas.openxmlformats.org/officeDocument/2006/relationships/notesMaster" Target="/ppt/notesMasters/notesMaster1.xml" Id="R1ec6bdeb58d04aa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6bc6889991240c0" /><Relationship Type="http://schemas.openxmlformats.org/officeDocument/2006/relationships/notesMaster" Target="/ppt/notesMasters/notesMaster1.xml" Id="R37e12f5e10a5430c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1aeeeec92b084160" /><Relationship Type="http://schemas.openxmlformats.org/officeDocument/2006/relationships/notesMaster" Target="/ppt/notesMasters/notesMaster1.xml" Id="R46427c73c5f240a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05c6ade08531400c" /><Relationship Type="http://schemas.openxmlformats.org/officeDocument/2006/relationships/notesMaster" Target="/ppt/notesMasters/notesMaster1.xml" Id="R5689d5375f6e4cff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516ceaa7ff534f89" /><Relationship Type="http://schemas.openxmlformats.org/officeDocument/2006/relationships/notesMaster" Target="/ppt/notesMasters/notesMaster1.xml" Id="Rbbba2efa9c664933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337859dc39164af3" /><Relationship Type="http://schemas.openxmlformats.org/officeDocument/2006/relationships/notesMaster" Target="/ppt/notesMasters/notesMaster1.xml" Id="R509f9d2db05e4933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062969db5a264a64" /><Relationship Type="http://schemas.openxmlformats.org/officeDocument/2006/relationships/notesMaster" Target="/ppt/notesMasters/notesMaster1.xml" Id="R19ed9a76bd2b4110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a5c73f75d3354853" /><Relationship Type="http://schemas.openxmlformats.org/officeDocument/2006/relationships/notesMaster" Target="/ppt/notesMasters/notesMaster1.xml" Id="Re6b671f9ad454bec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d7bb013e099d4463" /><Relationship Type="http://schemas.openxmlformats.org/officeDocument/2006/relationships/notesMaster" Target="/ppt/notesMasters/notesMaster1.xml" Id="R8ac7bec10ef843b2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6c5b03373b2846d7" /><Relationship Type="http://schemas.openxmlformats.org/officeDocument/2006/relationships/notesMaster" Target="/ppt/notesMasters/notesMaster1.xml" Id="R60e52e509a864b8b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bdfd5fc3c2154b16" /><Relationship Type="http://schemas.openxmlformats.org/officeDocument/2006/relationships/notesMaster" Target="/ppt/notesMasters/notesMaster1.xml" Id="R1ae50daba802440c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11128e023d694395" /><Relationship Type="http://schemas.openxmlformats.org/officeDocument/2006/relationships/notesMaster" Target="/ppt/notesMasters/notesMaster1.xml" Id="R3e9fc9255e7949e9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e76cacdc9d5e45b5" /><Relationship Type="http://schemas.openxmlformats.org/officeDocument/2006/relationships/notesMaster" Target="/ppt/notesMasters/notesMaster1.xml" Id="R395c00f6d62a4635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f211ee7ce2004f08" /><Relationship Type="http://schemas.openxmlformats.org/officeDocument/2006/relationships/notesMaster" Target="/ppt/notesMasters/notesMaster1.xml" Id="R41084d5af42549b3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d244b302619c463c" /><Relationship Type="http://schemas.openxmlformats.org/officeDocument/2006/relationships/notesMaster" Target="/ppt/notesMasters/notesMaster1.xml" Id="R8d98b8130b4f46eb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4bac2e6d187842ad" /><Relationship Type="http://schemas.openxmlformats.org/officeDocument/2006/relationships/notesMaster" Target="/ppt/notesMasters/notesMaster1.xml" Id="R4479a95da9c74df7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16ceade20b5b4d37" /><Relationship Type="http://schemas.openxmlformats.org/officeDocument/2006/relationships/notesMaster" Target="/ppt/notesMasters/notesMaster1.xml" Id="R001edeac03d5404a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65db95b8aea14a98" /><Relationship Type="http://schemas.openxmlformats.org/officeDocument/2006/relationships/notesMaster" Target="/ppt/notesMasters/notesMaster1.xml" Id="Rb9bdddddb1ea49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ca2fb7642945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091920429d4015" /><Relationship Type="http://schemas.openxmlformats.org/officeDocument/2006/relationships/slideLayout" Target="/ppt/slideLayouts/slideLayout1.xml" Id="Re81da1065c7c49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1da1065c7c49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62b193bbac4a5e" /><Relationship Type="http://schemas.openxmlformats.org/officeDocument/2006/relationships/image" Target="/ppt/media/image.png" Id="Reee190ce5ec74f88" /><Relationship Type="http://schemas.openxmlformats.org/officeDocument/2006/relationships/notesSlide" Target="/ppt/notesSlides/notesSlide1.xml" Id="R5b3ee3810d574a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5e7865f1e140d7" /><Relationship Type="http://schemas.openxmlformats.org/officeDocument/2006/relationships/notesSlide" Target="/ppt/notesSlides/notesSlide2.xml" Id="R2d521992c82c49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55d2221ae4f53" /><Relationship Type="http://schemas.openxmlformats.org/officeDocument/2006/relationships/notesSlide" Target="/ppt/notesSlides/notesSlide3.xml" Id="R67344b098a5342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b9ae5eb6b245c2" /><Relationship Type="http://schemas.openxmlformats.org/officeDocument/2006/relationships/notesSlide" Target="/ppt/notesSlides/notesSlide4.xml" Id="R5a10d78be4d548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2002474f014e49" /><Relationship Type="http://schemas.openxmlformats.org/officeDocument/2006/relationships/notesSlide" Target="/ppt/notesSlides/notesSlide5.xml" Id="R0723ac4894f048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cd241e11674c48" /><Relationship Type="http://schemas.openxmlformats.org/officeDocument/2006/relationships/notesSlide" Target="/ppt/notesSlides/notesSlide6.xml" Id="R4c3d7d57508d46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27150ecd84315" /><Relationship Type="http://schemas.openxmlformats.org/officeDocument/2006/relationships/notesSlide" Target="/ppt/notesSlides/notesSlide7.xml" Id="Rcb52fb4f32ec4c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c57d4f955f4f3d" /><Relationship Type="http://schemas.openxmlformats.org/officeDocument/2006/relationships/notesSlide" Target="/ppt/notesSlides/notesSlide8.xml" Id="R387683507e9c48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0e568b3694667" /><Relationship Type="http://schemas.openxmlformats.org/officeDocument/2006/relationships/notesSlide" Target="/ppt/notesSlides/notesSlide9.xml" Id="R0b3c6350a11543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a80e9300534aa4" /><Relationship Type="http://schemas.openxmlformats.org/officeDocument/2006/relationships/notesSlide" Target="/ppt/notesSlides/notesSlide10.xml" Id="R4acfb671d4a24dc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9055e8e13c41dd" /><Relationship Type="http://schemas.openxmlformats.org/officeDocument/2006/relationships/notesSlide" Target="/ppt/notesSlides/notesSlide11.xml" Id="Rb0cecdd339664e1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e06c027326499a" /><Relationship Type="http://schemas.openxmlformats.org/officeDocument/2006/relationships/notesSlide" Target="/ppt/notesSlides/notesSlide12.xml" Id="Reb98969baf0c458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b1fa9c42a4801" /><Relationship Type="http://schemas.openxmlformats.org/officeDocument/2006/relationships/notesSlide" Target="/ppt/notesSlides/notesSlide13.xml" Id="R8c89d1831e1f4d6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a41b2823d4ef4" /><Relationship Type="http://schemas.openxmlformats.org/officeDocument/2006/relationships/notesSlide" Target="/ppt/notesSlides/notesSlide14.xml" Id="R6dcadb1c2b13408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e6aafa27c44cd" /><Relationship Type="http://schemas.openxmlformats.org/officeDocument/2006/relationships/notesSlide" Target="/ppt/notesSlides/notesSlide15.xml" Id="Rd6ae1c889ab84d2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486b611f64022" /><Relationship Type="http://schemas.openxmlformats.org/officeDocument/2006/relationships/notesSlide" Target="/ppt/notesSlides/notesSlide16.xml" Id="R00a1e67670f8435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6c59807a24b70" /><Relationship Type="http://schemas.openxmlformats.org/officeDocument/2006/relationships/notesSlide" Target="/ppt/notesSlides/notesSlide17.xml" Id="Rb604b3e5cfc845d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14506204894ca8" /><Relationship Type="http://schemas.openxmlformats.org/officeDocument/2006/relationships/notesSlide" Target="/ppt/notesSlides/notesSlide18.xml" Id="R0327d52ee2614ed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7228b38bd545ef" /><Relationship Type="http://schemas.openxmlformats.org/officeDocument/2006/relationships/notesSlide" Target="/ppt/notesSlides/notesSlide19.xml" Id="R651ecc7ba70745b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c0cdb5539430c" /><Relationship Type="http://schemas.openxmlformats.org/officeDocument/2006/relationships/notesSlide" Target="/ppt/notesSlides/notesSlide20.xml" Id="R0b95280f65c74cd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89dd7267c44268" /><Relationship Type="http://schemas.openxmlformats.org/officeDocument/2006/relationships/notesSlide" Target="/ppt/notesSlides/notesSlide21.xml" Id="Rb75c022927284d9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2751a9efa462a" /><Relationship Type="http://schemas.openxmlformats.org/officeDocument/2006/relationships/notesSlide" Target="/ppt/notesSlides/notesSlide22.xml" Id="R1639afcfd5734ea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a8d5ccd514cf6" /><Relationship Type="http://schemas.openxmlformats.org/officeDocument/2006/relationships/notesSlide" Target="/ppt/notesSlides/notesSlide23.xml" Id="R1aba3c6f0d934ff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1931e67f94d73" /><Relationship Type="http://schemas.openxmlformats.org/officeDocument/2006/relationships/notesSlide" Target="/ppt/notesSlides/notesSlide24.xml" Id="Rd9f679fded2a438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c6b82010e64d7d" /><Relationship Type="http://schemas.openxmlformats.org/officeDocument/2006/relationships/notesSlide" Target="/ppt/notesSlides/notesSlide25.xml" Id="Rcdbd6479b15e4a8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2364e81ef4b1a" /><Relationship Type="http://schemas.openxmlformats.org/officeDocument/2006/relationships/notesSlide" Target="/ppt/notesSlides/notesSlide26.xml" Id="R305472dffb2f442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be7e4167ff4745" /><Relationship Type="http://schemas.openxmlformats.org/officeDocument/2006/relationships/notesSlide" Target="/ppt/notesSlides/notesSlide27.xml" Id="R48d67735363d4bb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973e7e6f5483e" /><Relationship Type="http://schemas.openxmlformats.org/officeDocument/2006/relationships/notesSlide" Target="/ppt/notesSlides/notesSlide28.xml" Id="Rc703aceaced54da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676bebaaaf4135" /><Relationship Type="http://schemas.openxmlformats.org/officeDocument/2006/relationships/notesSlide" Target="/ppt/notesSlides/notesSlide29.xml" Id="R655a0e2e73d84fd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1372a7bbbc42e0" /><Relationship Type="http://schemas.openxmlformats.org/officeDocument/2006/relationships/notesSlide" Target="/ppt/notesSlides/notesSlide30.xml" Id="R2bdb6594fd3f470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36cc5fddd445a9" /><Relationship Type="http://schemas.openxmlformats.org/officeDocument/2006/relationships/notesSlide" Target="/ppt/notesSlides/notesSlide31.xml" Id="R40334bbbd0a0469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9202807786462b" /><Relationship Type="http://schemas.openxmlformats.org/officeDocument/2006/relationships/notesSlide" Target="/ppt/notesSlides/notesSlide32.xml" Id="R80c38499862e4eb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42dfb1ccc41b8" /><Relationship Type="http://schemas.openxmlformats.org/officeDocument/2006/relationships/notesSlide" Target="/ppt/notesSlides/notesSlide33.xml" Id="R344706506d1c44f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ef980fd290454e" /><Relationship Type="http://schemas.openxmlformats.org/officeDocument/2006/relationships/notesSlide" Target="/ppt/notesSlides/notesSlide34.xml" Id="R37be810b8b014b2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2f552692374c4c" /><Relationship Type="http://schemas.openxmlformats.org/officeDocument/2006/relationships/notesSlide" Target="/ppt/notesSlides/notesSlide35.xml" Id="R0aa0416d3f1a4da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66029bc65e43a8" /><Relationship Type="http://schemas.openxmlformats.org/officeDocument/2006/relationships/notesSlide" Target="/ppt/notesSlides/notesSlide36.xml" Id="R9d06417087804e5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3abf477b2743a9" /><Relationship Type="http://schemas.openxmlformats.org/officeDocument/2006/relationships/notesSlide" Target="/ppt/notesSlides/notesSlide37.xml" Id="Rd143a3135a2846e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0737329fe46c2" /><Relationship Type="http://schemas.openxmlformats.org/officeDocument/2006/relationships/notesSlide" Target="/ppt/notesSlides/notesSlide38.xml" Id="R769262b53c33406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0506a108974505" /><Relationship Type="http://schemas.openxmlformats.org/officeDocument/2006/relationships/notesSlide" Target="/ppt/notesSlides/notesSlide39.xml" Id="R465b52a9cf4445f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b774de4ea480e" /><Relationship Type="http://schemas.openxmlformats.org/officeDocument/2006/relationships/notesSlide" Target="/ppt/notesSlides/notesSlide40.xml" Id="Rbde06abb862d454e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94d3e1c8bb4373" /><Relationship Type="http://schemas.openxmlformats.org/officeDocument/2006/relationships/notesSlide" Target="/ppt/notesSlides/notesSlide41.xml" Id="R8c5e4854b99d41c4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d1f71ae14d4adc" /><Relationship Type="http://schemas.openxmlformats.org/officeDocument/2006/relationships/notesSlide" Target="/ppt/notesSlides/notesSlide42.xml" Id="R82c9c8a5705044f6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7b82fb09444d9a" /><Relationship Type="http://schemas.openxmlformats.org/officeDocument/2006/relationships/notesSlide" Target="/ppt/notesSlides/notesSlide43.xml" Id="R3c0eee5e59584084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f6919382f4a90" /><Relationship Type="http://schemas.openxmlformats.org/officeDocument/2006/relationships/notesSlide" Target="/ppt/notesSlides/notesSlide44.xml" Id="R37ecfc4593f34d0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724706203e48c1" /><Relationship Type="http://schemas.openxmlformats.org/officeDocument/2006/relationships/notesSlide" Target="/ppt/notesSlides/notesSlide45.xml" Id="R02f36039eba64b8d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bbc11c77d41b0" /><Relationship Type="http://schemas.openxmlformats.org/officeDocument/2006/relationships/notesSlide" Target="/ppt/notesSlides/notesSlide46.xml" Id="R0ef09f89325d4245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e9381a7cf42bb" /><Relationship Type="http://schemas.openxmlformats.org/officeDocument/2006/relationships/notesSlide" Target="/ppt/notesSlides/notesSlide47.xml" Id="Rad01f219a4664968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a5300b910b43f3" /><Relationship Type="http://schemas.openxmlformats.org/officeDocument/2006/relationships/notesSlide" Target="/ppt/notesSlides/notesSlide48.xml" Id="R37a247abeb2b4a86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e7a4053018479d" /><Relationship Type="http://schemas.openxmlformats.org/officeDocument/2006/relationships/notesSlide" Target="/ppt/notesSlides/notesSlide49.xml" Id="Rba5a79f130f1437e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af1a16a12d4dc0" /><Relationship Type="http://schemas.openxmlformats.org/officeDocument/2006/relationships/notesSlide" Target="/ppt/notesSlides/notesSlide50.xml" Id="R4852c8a21f2348f6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d4f1ff6b146c8" /><Relationship Type="http://schemas.openxmlformats.org/officeDocument/2006/relationships/notesSlide" Target="/ppt/notesSlides/notesSlide51.xml" Id="R51de67bc9b394c2b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1a2357575f4c4b" /><Relationship Type="http://schemas.openxmlformats.org/officeDocument/2006/relationships/notesSlide" Target="/ppt/notesSlides/notesSlide52.xml" Id="R2cde36f7ef814e12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57cdf0872b4777" /><Relationship Type="http://schemas.openxmlformats.org/officeDocument/2006/relationships/notesSlide" Target="/ppt/notesSlides/notesSlide53.xml" Id="Rc16f8b7ec7374a2c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291b985a74161" /><Relationship Type="http://schemas.openxmlformats.org/officeDocument/2006/relationships/notesSlide" Target="/ppt/notesSlides/notesSlide54.xml" Id="Re8e49efdd6214f6c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da3e331b3c4c45" /><Relationship Type="http://schemas.openxmlformats.org/officeDocument/2006/relationships/notesSlide" Target="/ppt/notesSlides/notesSlide55.xml" Id="Rdf2315bd0afd45a4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de2bb28494afd" /><Relationship Type="http://schemas.openxmlformats.org/officeDocument/2006/relationships/notesSlide" Target="/ppt/notesSlides/notesSlide56.xml" Id="Rc548eb9f040141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7A02B4-81A3-47B1-8554-A10BC221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e190ce5ec74f88"/>
          <a:stretch xmlns:a="http://schemas.openxmlformats.org/drawingml/2006/main"/>
        </p:blipFill>
        <p:spPr>
          <a:xfrm xmlns:a="http://schemas.openxmlformats.org/drawingml/2006/main">
            <a:off x="10191750" y="514350"/>
            <a:ext cx="1047750" cy="1047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2687AF-D8CB-4080-819A-3D2E0A47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FEB"/>
                </a:solidFill>
              </a:defRPr>
            </a:pPr>
            <a:r>
              <a:rPr sz="1200" b="1">
                <a:solidFill>
                  <a:srgbClr val="1F6FEB"/>
                </a:solidFill>
              </a:rPr>
              <a:t>PROFESSIONAL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98266D-241E-4572-AE8B-3646B008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9239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AWS Certified DevOps Engineer Professional Training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36243C-0A3B-45B0-AF38-FC94898D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B981"/>
                </a:solidFill>
              </a:defRPr>
            </a:pPr>
            <a:r>
              <a:rPr sz="1950" b="1">
                <a:solidFill>
                  <a:srgbClr val="10B981"/>
                </a:solidFill>
              </a:rPr>
              <a:t>TGS-2025054815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56247B-ECCA-42EF-9B28-55508258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Tertiary Infotech Academy Pte Ltd</a:t>
            </a:r>
          </a:p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UEN: 201200696W</a:t>
            </a:r>
          </a:p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Trainer: Dr. Alfred Ang | v1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6ED04B-778C-49C4-A25B-C502C69B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96DDD9-6B78-4A78-A1F2-A7A9E244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E451C8-35BC-4613-8C44-513D072B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667609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50C287-8FE4-49CE-8136-93F00B78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ADMINISTRATION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EA8ADF-FD2F-4A6A-B417-C0B33185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Digital Attendance (TRAQOM · SSG)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EC32DD-7D09-450D-8F04-A4EAC73B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6C9303-CD6A-417B-B3ED-9D5DD33B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BA1F6-66FC-4424-8468-7D60A214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02E3A5-2447-46D4-B7CC-1582E7EF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6FEB"/>
                </a:solidFill>
              </a:defRPr>
            </a:pPr>
            <a:r>
              <a:rPr sz="1500" b="1">
                <a:solidFill>
                  <a:srgbClr val="1F6FE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7F3CDA-241B-40F7-B047-45AEA1DE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383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Scan the TRAQOM QR code shown by the trainer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33598D-3228-44A0-920D-ED867CA9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6685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82F56A-E06D-4D40-8988-0975CA52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668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683F96-9FFA-4148-BC37-54B505B7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764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D8F846-2A17-4280-8722-66DE8E64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6383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Record morning and afternoon attendance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AFFD81-6140-444E-8E30-A765790D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AB8E5D-6E51-49DC-B4F5-14E25C78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28F60A-6CC7-4714-B7A9-770935FC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6D0C12-FC4C-47A1-BC8B-35A3B909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Use the same registered learner details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683ABC-4B57-4A4B-843E-3E27FEB6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7180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9A7A01-C693-44DC-AD28-F910D2E5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718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D95995-76A4-4711-A4A4-D2A983B0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E19B50-2252-4846-B317-10B48D77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4325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Tell the trainer immediately if attendance fails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660273-606F-4C7B-952D-B81D1E04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5C3411-60E6-42AE-A3AF-85A9FE24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1FE1ED-4DD3-40C4-84A3-091D5D83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155317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79E258-F0BE-473C-976B-FDA4B504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YOUR TRAINER · GENERAL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8A0567-CFB6-40D0-A57A-BE34A070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About the Trainer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F8967-7A17-4025-8731-3CB8EF01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4B556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3B072B-A956-4EB4-8D1C-59635D94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3333750" cy="4095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32E5C-3AFA-4A63-B23E-3ED9B602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143125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7386"/>
          </a:solidFill>
          <a:ln xmlns:a="http://schemas.openxmlformats.org/drawingml/2006/main" w="0">
            <a:solidFill>
              <a:srgbClr val="68738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1837B6-9C04-4B93-AC51-F831DF9F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09850"/>
            <a:ext cx="857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728F03-A612-4491-AAAF-AF3F7060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433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Your Trainer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47F05B-065E-46FF-989B-83DA1438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625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B5563"/>
                </a:solidFill>
              </a:defRPr>
            </a:pPr>
            <a:r>
              <a:rPr sz="1275" b="1">
                <a:solidFill>
                  <a:srgbClr val="4B5563"/>
                </a:solidFill>
              </a:rPr>
              <a:t>General Trainer template -</a:t>
            </a:r>
          </a:p>
          <a:p xmlns:a="http://schemas.openxmlformats.org/drawingml/2006/main">
            <a:pPr algn="ctr">
              <a:defRPr sz="1275" b="1">
                <a:solidFill>
                  <a:srgbClr val="4B5563"/>
                </a:solidFill>
              </a:defRPr>
            </a:pPr>
            <a:r>
              <a:rPr sz="1275" b="1">
                <a:solidFill>
                  <a:srgbClr val="4B5563"/>
                </a:solidFill>
              </a:rPr>
              <a:t>to be completed by the trainer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B0F267-08A0-4185-9604-2905D591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14500"/>
            <a:ext cx="6858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E4EAF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1EF45D-F308-4FF8-BC9E-7CC0413C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14500"/>
            <a:ext cx="857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E1363B-D1F5-482C-865F-4EA034D5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09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6FEB"/>
                </a:solidFill>
              </a:defRPr>
            </a:pPr>
            <a:r>
              <a:rPr sz="1050" b="1">
                <a:solidFill>
                  <a:srgbClr val="1F6FEB"/>
                </a:solidFill>
              </a:rPr>
              <a:t>NAME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FB6648-D68F-4D36-81D4-EABF5D86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66925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13D182-3B84-4982-86AD-6226F8A3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81250"/>
            <a:ext cx="6858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E4EAF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30783A-1C7E-4047-A521-C1947B3D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81250"/>
            <a:ext cx="857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8C4610-C8C1-4CBD-8C99-70DD2F82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765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TITLE / DESIGNATION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9AB0CB-C6C3-435F-9086-3E058CE8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33675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101FF3-C906-43E0-9C9E-14492527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48000"/>
            <a:ext cx="6858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E4EAF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B388DA-8A32-42C0-AF9B-D3C2BF49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48000"/>
            <a:ext cx="857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1D44BF-8462-4406-850B-9DFF2950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432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QUALIFICATIONS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B11343-07B4-427E-9E2F-26E5569A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00425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7AF707-0490-4EAB-A07A-ABF67920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14750"/>
            <a:ext cx="6858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E4EAF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2016B2-01D0-4624-AB25-8E5D10FE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14750"/>
            <a:ext cx="857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75E75E-3E38-4319-8A33-281265F5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10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9E0B"/>
                </a:solidFill>
              </a:defRPr>
            </a:pPr>
            <a:r>
              <a:rPr sz="1050" b="1">
                <a:solidFill>
                  <a:srgbClr val="F59E0B"/>
                </a:solidFill>
              </a:rPr>
              <a:t>AREAS OF EXPERTISE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06A395-4326-43A9-99A2-BA9DC5B6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67175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70CFC1-659F-4FB9-BCFD-45935041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81500"/>
            <a:ext cx="6858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E4EAF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7E5C56-1EAB-443A-B6C5-8FE05EAA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81500"/>
            <a:ext cx="857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AC19A5-5C24-4480-9698-5A1E41C0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76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6FEB"/>
                </a:solidFill>
              </a:defRPr>
            </a:pPr>
            <a:r>
              <a:rPr sz="1050" b="1">
                <a:solidFill>
                  <a:srgbClr val="1F6FEB"/>
                </a:solidFill>
              </a:rPr>
              <a:t>TRAINING &amp; INDUSTRY EXPERIENCE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A5041E-C043-4CC6-8A67-FDEE3831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33925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F1A681-B9C4-49A0-B2E3-9E24EE80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48250"/>
            <a:ext cx="6858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E4EAF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F3FFC6-8773-4A25-88FF-2754F772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48250"/>
            <a:ext cx="857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588F66-3C92-4BA4-95A7-5DAD2FF7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435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CONTACT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8E3523-10F4-4499-8766-6DB80398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400675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7BFC54-87E7-4809-8EE1-5ADAAB66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47047E-6A38-4F1F-9067-224C8343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ABDC1A-4E58-4770-A179-C93F0C26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637933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46BB07-7725-406F-90DF-9AC4C439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6FEB"/>
                </a:solidFill>
              </a:defRPr>
            </a:pPr>
            <a:r>
              <a:rPr sz="1050" b="1">
                <a:solidFill>
                  <a:srgbClr val="1F6FEB"/>
                </a:solidFill>
              </a:rPr>
              <a:t>YOUR TRAINER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E62BDE-2BC2-4D71-9A25-A1A33B79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About the Trainer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7284DB-8ACD-4DC6-A7C7-08284AB7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C313B-2E2B-43F2-8ADF-80EE4993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3333750" cy="4095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4B3C28-E00B-4CA8-99F7-8D4E6811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3333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E7B04-CAE7-4183-B049-F65919B2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143125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F495B5-F845-41FE-A0F9-A74A72C4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647950"/>
            <a:ext cx="95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AA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A75629-D8B5-4898-AE2F-90990D98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Dr. Alfred Ang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3025F4-2B8E-4FE5-944F-55EF4FEA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1487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B5563"/>
                </a:solidFill>
              </a:defRPr>
            </a:pPr>
            <a:r>
              <a:rPr sz="1275" b="1">
                <a:solidFill>
                  <a:srgbClr val="4B5563"/>
                </a:solidFill>
              </a:rPr>
              <a:t>Principal Trainer</a:t>
            </a:r>
          </a:p>
          <a:p xmlns:a="http://schemas.openxmlformats.org/drawingml/2006/main">
            <a:pPr algn="ctr">
              <a:defRPr sz="1275" b="1">
                <a:solidFill>
                  <a:srgbClr val="4B5563"/>
                </a:solidFill>
              </a:defRPr>
            </a:pPr>
            <a:r>
              <a:rPr sz="1275" b="1">
                <a:solidFill>
                  <a:srgbClr val="4B5563"/>
                </a:solidFill>
              </a:rPr>
              <a:t>Tertiary Infotech Academy Pte. Ltd.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ED7ACC-4BBF-4EB7-A3F5-9DAF73B1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14500"/>
            <a:ext cx="6858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E4EAF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3B9867-BF9F-4C5C-9F98-8626D41A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14500"/>
            <a:ext cx="857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D0DA67-AFCD-431D-B316-B7D70661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383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6FEB"/>
                </a:solidFill>
              </a:defRPr>
            </a:pPr>
            <a:r>
              <a:rPr sz="1050" b="1">
                <a:solidFill>
                  <a:srgbClr val="1F6FEB"/>
                </a:solidFill>
              </a:rPr>
              <a:t>ROLE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36DD58-11AB-4B55-9053-4F1EE6A2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85975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Principal Trainer, Tertiary Infotech Academy Pte. Ltd.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2B4D2B-4F42-470E-9F65-E4D392AD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86050"/>
            <a:ext cx="6858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E4EAF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2A117A-AED4-4B21-9226-CD6CCB60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86050"/>
            <a:ext cx="857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8922D5-ABC3-42E8-95C6-BBF3C84A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098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QUALIFICATIONS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9E43A1-5472-45F6-9C39-DD2FA83C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57525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PhD - specialises in AI, automation and software engineering.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C7A75B-E625-4887-A25B-3E3BC27D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57600"/>
            <a:ext cx="6858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E4EAF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1846F6-2836-401E-91BC-8F8F619A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57600"/>
            <a:ext cx="857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00C8DA-AECD-46FE-9D9C-255A1B25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814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DELIVERS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8B7A6C-B178-48C0-8632-81658364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29075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WSQ courses on cloud, DevOps, automation and app development.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1E740D-EAA9-45EA-BDE0-C842337C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29150"/>
            <a:ext cx="6858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E4EAF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21B9A0-4B19-4DBB-953E-955E2ECF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29150"/>
            <a:ext cx="857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951483-E8D7-4773-AE6A-77BF4805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529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9E0B"/>
                </a:solidFill>
              </a:defRPr>
            </a:pPr>
            <a:r>
              <a:rPr sz="1050" b="1">
                <a:solidFill>
                  <a:srgbClr val="F59E0B"/>
                </a:solidFill>
              </a:rPr>
              <a:t>FOUNDER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C572C4-5844-413A-845A-5502BF58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00625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Founder and lead instructor at Tertiary Infotech / Tertiary Courses.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46DE5E-FD97-41F9-9759-3F85B98A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FD0F66-4E8C-4F5B-B0E8-A024B38D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7452C1-7B76-499E-BF8D-C25B3037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728227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29E43E-ADEA-492C-8BE4-05A0E292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WELCOME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FF19D1-96B3-4034-B511-F5EF1663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Learner 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83309F-60BE-4BD5-B9CF-A2A8DA59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0770C5-6F38-44B7-AD27-FDCB3B7F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C72D2F-AA49-44E6-9C64-E261A366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8421D5-3F68-4DBE-AC3B-787D2DB7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6FEB"/>
                </a:solidFill>
              </a:defRPr>
            </a:pPr>
            <a:r>
              <a:rPr sz="1500" b="1">
                <a:solidFill>
                  <a:srgbClr val="1F6FE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55FCBE-5AE8-404D-B286-E791985C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383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Your role and organisation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7C5D49-3D9E-47A7-BE45-F002B584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6685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05E6B7-0933-454E-8355-FA7B5957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668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433334-CFC9-4F1C-B645-267A688E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764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E25A1F-A75F-44B1-B1E4-259E0A54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6383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Your AWS and DevOps experience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7ABF6F-F7FC-419A-A4AD-3CCB6FA3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8A97FF-1C30-4960-935D-CBB28BD5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107584-43AD-4C2D-A867-30655F86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ACDE92-43BD-4348-8C45-5E979B0F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One CI/CD challenge you want to solve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64B5C6-FA11-466E-89A5-29995F82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7180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758D27-36BE-4F5F-A17A-80E623B7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718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921DD9-4D3D-451A-9F53-564A5688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C1BB83-5C0E-45C0-969E-4ABC3DF5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4325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Your target exam 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355DAD-B34E-4894-9C00-121FBEF0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A34C97-2E70-499A-B362-7BD2197A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081331-1BC2-4065-93EB-9F869A00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651026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3A6FCB-E737-4E1B-80CF-2FADACDF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6FEB"/>
                </a:solidFill>
              </a:defRPr>
            </a:pPr>
            <a:r>
              <a:rPr sz="1050" b="1">
                <a:solidFill>
                  <a:srgbClr val="1F6FEB"/>
                </a:solidFill>
              </a:rPr>
              <a:t>HOUSEKEEPING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D698D9-8DD6-4B41-B3D6-25CF7E53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Ground Rules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92FDE3-C14D-48CA-BC32-EF9800FA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E587C2-9437-4ADE-BF7C-364F7611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19112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9CE2F4-AEE9-4708-8224-8F4DF737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6CB484-18AF-404A-84E0-DD9AEBE5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145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ED903E-78C8-40F2-9858-9802A543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0288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2933D0-B994-4DBF-ABF8-C130AD88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33575"/>
            <a:ext cx="3762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Set your mobile phone to silent mode.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6CCAB7-F579-4283-B425-BD70ABBE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71625"/>
            <a:ext cx="519112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F4B374-56F4-40F2-8379-D4EF0278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71625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1904F4-9EB4-4CF4-BBDC-A9FFAF21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9145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EA853F-0E00-485D-9A7B-FBC90358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288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A56BF5-3545-4260-B2F4-42B7A9FA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33575"/>
            <a:ext cx="3762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Participate actively - no question is too small.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7DD1A8-1D5B-4B8D-990B-40A4AA69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19112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F65369-8393-48DE-9AEE-E13085AC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2E2F49-C336-41FC-BD41-42A59E83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4327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C9A615-4BE9-4279-A408-90D25FEB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4575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C22C4C-EA60-4374-96F9-BCB54798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62325"/>
            <a:ext cx="3762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Mutual respect: agree to disagree.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095ABF-5069-4650-A363-584E6DEA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19112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8198EA-E4CD-4BB3-A7AA-2F713A40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944B85-AE3C-421E-B7C6-02AF0EAB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34327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85600B-8E53-4D24-BD86-25691FB1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575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12C0E5-0738-4445-980A-DE1A00E3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362325"/>
            <a:ext cx="3762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One conversation at a time.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95422C-FFA8-4E34-BD4C-D71F7432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519112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CF2660-57D4-432B-BC17-1A7A4FDF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E772E9-90AE-451C-A8E0-41E5F422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720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4D6720-2EAC-4D7D-AFE4-332B2712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8863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D013A7-D817-4B36-96C1-7DDD0FC9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91075"/>
            <a:ext cx="3762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Be punctual; return from breaks on time.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71C151-00F9-4D8A-8FC4-0F0BDE0F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429125"/>
            <a:ext cx="519112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EF8EB0-666C-41D3-B3E1-7DC2A581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429125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8A0E55-A6A2-4233-AD0F-AC631D81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7720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FBBC4F-F08B-4036-8914-E0FD7AAE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863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923CDE-C32E-49E1-A4D1-B075D588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791075"/>
            <a:ext cx="3762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75% attendance is required.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7A0DE0-47F3-4077-8654-E080BFE8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4E33EC-1D01-474F-BB59-3131AD84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C7C57B-7117-446D-882B-548E2209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306977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51B46E-8C41-4F4B-B012-932BB06F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COURSE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5B35CB-8826-4AD6-B2BD-D80ED977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Two-day learning progression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90B73A-85FE-4CEB-A0A0-ACE67F34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D4ECD4-FEC8-4F2A-B8F7-C5C25105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333750" cy="3619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F285BE-9A77-427D-9EE7-CECD1B64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DA9CC1-BA7E-48ED-8489-39F6FEF2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6FEB"/>
                </a:solidFill>
              </a:defRPr>
            </a:pPr>
            <a:r>
              <a:rPr sz="2400" b="1">
                <a:solidFill>
                  <a:srgbClr val="1F6FEB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5A80B1-9FB1-461D-AD21-25273FC7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28384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Day 1: governance, IAM, infrastructure as code and CI/CD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AF4ADF-3A8D-43B6-902B-03532EF6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14500"/>
            <a:ext cx="3333750" cy="3619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5ADDB1-5615-45FC-BDCA-0586965A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1450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4D4FC7-7164-477D-8234-4C3E4740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478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B981"/>
                </a:solidFill>
              </a:defRPr>
            </a:pPr>
            <a:r>
              <a:rPr sz="2400" b="1">
                <a:solidFill>
                  <a:srgbClr val="10B981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5674AE-7E8E-43DC-946F-DBB5F6C4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14625"/>
            <a:ext cx="28384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Day 2: deployments, operations, observability, resilience, security and exam 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09E25F-1867-4A4B-B361-31C93DDD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14500"/>
            <a:ext cx="3333750" cy="3619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A8CD1D-7923-4E2D-BB25-F0816A89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1450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F5E7CD-8FF5-4DEE-B9A3-E11E4A69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478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C3AED"/>
                </a:solidFill>
              </a:defRPr>
            </a:pPr>
            <a:r>
              <a:rPr sz="2400" b="1">
                <a:solidFill>
                  <a:srgbClr val="7C3AED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00E316-BBDC-43FF-8333-1017D460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14625"/>
            <a:ext cx="28384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Final 2 hours: written assessment and practical performance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D94A6C-EA18-4D94-A640-069CF950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A0356B-7013-47C8-A4F7-A0EBE9E4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C8412E-568E-4A9C-8B33-2AA85C8C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224708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E0FB5C-CF51-4159-A834-62C26676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6FEB"/>
                </a:solidFill>
              </a:defRPr>
            </a:pPr>
            <a:r>
              <a:rPr sz="1050" b="1">
                <a:solidFill>
                  <a:srgbClr val="1F6FEB"/>
                </a:solidFill>
              </a:rPr>
              <a:t>LEARNING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CB62F7-A5F6-4BC5-A45E-836FCAB3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What you will be able to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BA3F7-7E86-4360-8AA2-79D38A3E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63DEED-2869-4BA2-9531-F6F7C0D4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DF44B-F72C-4509-916C-6EAAB03C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C0DDBB-E17C-4BFB-AACA-0395BDAF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6FEB"/>
                </a:solidFill>
              </a:defRPr>
            </a:pPr>
            <a:r>
              <a:rPr sz="1500" b="1">
                <a:solidFill>
                  <a:srgbClr val="1F6FE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34D73-7CD9-4260-9CF1-B485809E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383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Automate secure SDLC workflows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869106-35EF-463A-BB5F-855F3D81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6685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DD6610-AE5A-4150-B7FC-D467D059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668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2DF892-96BA-4F6B-8AE5-453A5A5B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764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5E6583-A48F-418F-9937-6404466E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6383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Implement infrastructure as code and detect drift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973C0E-8085-4450-8DB6-7B25E21D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D97E4B-E53D-4A99-BB39-5641466E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2F86B2-8A4A-4A65-9038-0C1989E2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558B1A-9F7F-4F78-9AF6-07618EDC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Select safe deployment strategies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BBFBED-DC36-4782-BCD0-09B8BE42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7180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1FC736-CEA3-418F-A8CD-B8F8C984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718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7087A0-4BF3-42C7-91C2-06A95B19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907243-2946-4DB7-85BF-8E87EF2D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4325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Operate fleets with Systems Manager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C13328-2E0B-49D3-B957-CBA3CD31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1CC1F2-FE83-43B5-879F-EC23B0A3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F770E3-F827-48B9-A8C4-E3DB3139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6FEB"/>
                </a:solidFill>
              </a:defRPr>
            </a:pPr>
            <a:r>
              <a:rPr sz="1500" b="1">
                <a:solidFill>
                  <a:srgbClr val="1F6FEB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93E9A8-AC1F-4CC8-8828-0028DB50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Design observability and incident response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87C3CA-11F6-4C69-88C0-AA860F7E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7675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A3A5C2-A34E-41B5-81C3-11D904CE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767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B7BF0B-4E99-453D-A9BC-37F2F471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863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8EFD43-77C7-46CD-B872-71ABF1E1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482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Improve resilience, security and cost controls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679BFF-2E9C-490A-BCCA-FA4C17C8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064977-B6DA-4252-893D-7E2E876E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A36057-038B-485F-8175-CF9C54DE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963372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9EC37D-E6E0-4E69-A05C-024FFC2C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ASSESSMENT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CCE2E3-2AC8-42F6-A5FA-7EEAECDE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Briefing for Assessment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9FAD36-54FC-4D92-814D-61C1C3B4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88997E-75FA-4B19-A61E-B859636F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971BF7-1DEA-431E-B02D-21141271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E0121-8B52-43A1-947D-17053660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6FEB"/>
                </a:solidFill>
              </a:defRPr>
            </a:pPr>
            <a:r>
              <a:rPr sz="1500" b="1">
                <a:solidFill>
                  <a:srgbClr val="1F6FE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405F25-04B2-408E-844E-63EE1BC5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383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Assessment is open book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9C52EC-14A1-4409-933C-170A138B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6685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891501-AFCE-4A56-9FED-856DC4DA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668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196FAA-902A-4AA0-967F-0B7E5440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764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887693-5110-4729-8491-5A74BCAE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6383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Complete Written Assessment before Practical Performance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B5CB5E-47BA-4976-9D25-043CBA6B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CF21C2-6908-4D4D-9D5E-D17F5144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ECC6B7-3E5D-4000-9454-76B9B0A8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7E69F9-BFB4-47B0-B605-63A06061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Follow the assessor's timing and evidence rules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D35C5A-E052-4D45-A00E-F145AA8C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7180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831932-E588-4271-A12F-987AFB11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718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D869FB-A863-478F-9499-F05FF442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D99017-284B-4630-A869-17D52FD4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4325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Submit answers through the LMS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24C497-871E-4521-97D7-F028CCF2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CB8B93-8D27-4921-947B-9FD793EF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6C8413-4F27-4EE9-8833-6D1E3B5C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6FEB"/>
                </a:solidFill>
              </a:defRPr>
            </a:pPr>
            <a:r>
              <a:rPr sz="1500" b="1">
                <a:solidFill>
                  <a:srgbClr val="1F6FEB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AE3573-3ACD-4E37-B909-F33A0F29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Ask process questions before assessment starts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19928B-8036-4AB9-A53B-BD895D61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7675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282255-70E8-45AF-87CB-3B8F64BF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767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C85BE8-6126-4F4E-9F95-D2BC877F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863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FC45C1-A9D2-47BC-A8A5-6FFACFF9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482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Sign the Assessment Summary Record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F55E5F-B5D5-4709-8D70-6A1A5D52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431EB4-468D-4BA4-9B5E-6629632A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CD4BF4-28A5-4DC5-8F7E-CB35135C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3560975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F776A6-E4D1-4A0E-9AB3-C28820B9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ASSESSMENT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5F020B-59DA-4341-B4A1-27A45503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Assessment and Funding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11F6AE-88E8-4213-B185-7F8ABC72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0B89D4-6445-4270-AE84-D0D34694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333750" cy="3619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78A57E-A2F7-4AF5-9150-BA9EEFD1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621443-0845-4BEC-80B7-BE376B45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6FEB"/>
                </a:solidFill>
              </a:defRPr>
            </a:pPr>
            <a:r>
              <a:rPr sz="2400" b="1">
                <a:solidFill>
                  <a:srgbClr val="1F6FEB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955CAF-632D-452D-9A6A-6F10D268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28384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Written Assessment: 1 hour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E54DD2-B564-47AE-90A0-EC589427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14500"/>
            <a:ext cx="3333750" cy="3619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806493-5ADB-44A4-B729-69EF8FDC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1450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DD97FE-F09A-4E86-9C50-B2E91491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478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B981"/>
                </a:solidFill>
              </a:defRPr>
            </a:pPr>
            <a:r>
              <a:rPr sz="2400" b="1">
                <a:solidFill>
                  <a:srgbClr val="10B981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B3AC33-F53F-4515-88F2-1E87A99B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14625"/>
            <a:ext cx="28384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Practical Performance: 1 hour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1E57C1-D672-478B-BB9C-DF3DFA3E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14500"/>
            <a:ext cx="3333750" cy="3619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9FE79E-31DE-43B7-8EF6-A7FB0B33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1450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2B9C25-8B66-4C8D-8EB2-F67E5815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478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C3AED"/>
                </a:solidFill>
              </a:defRPr>
            </a:pPr>
            <a:r>
              <a:rPr sz="2400" b="1">
                <a:solidFill>
                  <a:srgbClr val="7C3AED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70BC57-5C69-4A04-962A-0FDC5998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14625"/>
            <a:ext cx="28384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Competency requires attendance and successful assessment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615198-A3A9-4B00-8691-02CD61C5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F2F530-164A-4AA2-B8A1-2B00E52C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BF15F8-9BF6-4DAA-B64B-860B59FC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165607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E1F955-62F2-49A5-AF7C-A94AAE27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6FEB"/>
                </a:solidFill>
              </a:defRPr>
            </a:pPr>
            <a:r>
              <a:rPr sz="1050" b="1">
                <a:solidFill>
                  <a:srgbClr val="1F6FEB"/>
                </a:solidFill>
              </a:rPr>
              <a:t>ASSESSMENT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57BEEC-D1D4-4C7B-BB46-E048B843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Assessment Flow Reminder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A4AC34-B78E-41BB-B5C2-DCC409F9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DE5603-042B-4614-9EAF-790FB711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2000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0DAF72-5415-4B87-8A80-A82C1738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5D9F2-984E-487F-B376-0DC2DA50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4479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BA13DC-AC06-49D3-9EE0-F99F1D70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TRAQOM digital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attendance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EE3EEF-968B-450E-B093-B91EDED3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857500"/>
            <a:ext cx="28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4B5563"/>
                </a:solidFill>
              </a:defRPr>
            </a:pPr>
            <a:r>
              <a:rPr sz="2475" b="1">
                <a:solidFill>
                  <a:srgbClr val="4B5563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ED670B-84B9-43D0-B15A-E612E22B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143125"/>
            <a:ext cx="2000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EB6B26-9585-4521-9FF2-499E4776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3336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CDD4C8-7098-4A12-A547-5C5D9F9A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479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4A4BB0-06F9-4A1C-BFBA-A70A91FA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048000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Assessment digital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attendance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BD4F30-2156-46B0-B3A7-6D73DFE6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57500"/>
            <a:ext cx="28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4B5563"/>
                </a:solidFill>
              </a:defRPr>
            </a:pPr>
            <a:r>
              <a:rPr sz="2475" b="1">
                <a:solidFill>
                  <a:srgbClr val="4B5563"/>
                </a:solidFill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100F2D-0106-4FED-9537-332DED93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43125"/>
            <a:ext cx="2000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39F4E4-0EF8-43FD-81F2-91459288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336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E4042C-A54F-46C0-B2FA-467D68E9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4479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954C8C-DF3E-4412-9D58-D061EFA3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48000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Sit WA then PP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CBD04F-911C-431A-9F49-EE74D148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857500"/>
            <a:ext cx="28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4B5563"/>
                </a:solidFill>
              </a:defRPr>
            </a:pPr>
            <a:r>
              <a:rPr sz="2475" b="1">
                <a:solidFill>
                  <a:srgbClr val="4B5563"/>
                </a:solidFill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2EC9F2-7A25-46B2-9863-E3BDEBF1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143125"/>
            <a:ext cx="2000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733754-1F25-40DB-ACA3-3E0550D0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3336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CC5E61-0B22-487A-A2C2-A9D8A95F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479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6657CC-1259-413F-B96B-84E1FA21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048000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Submit answers on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the LMS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C03292-AA9C-4909-98D3-8488B997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57500"/>
            <a:ext cx="28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4B5563"/>
                </a:solidFill>
              </a:defRPr>
            </a:pPr>
            <a:r>
              <a:rPr sz="2475" b="1">
                <a:solidFill>
                  <a:srgbClr val="4B5563"/>
                </a:solidFill>
              </a:rPr>
              <a:t>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C8E386-B32B-469D-93D5-9947E2C9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43125"/>
            <a:ext cx="2000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687DCC-687F-4299-A03D-E073A93B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336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B8CDB1-9784-403A-9A26-9770ED29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4479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DC0C00-22A7-46C6-9A22-EE7D2C33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48000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Sign Assessment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Summary Record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1F2687-AFF2-4ACF-B5DB-72280877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4B5563"/>
                </a:solidFill>
              </a:defRPr>
            </a:pPr>
            <a:r>
              <a:rPr sz="1575" b="0">
                <a:solidFill>
                  <a:srgbClr val="4B5563"/>
                </a:solidFill>
              </a:rPr>
              <a:t>The TRAQOM QR code and assessment submission are both handled through the LMS/TMS portal.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D38F82-4601-4BEE-AE5A-BBB026B5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179C77-9A01-41A8-82B0-FD2F18E8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8B94F8-C14E-4E74-B8D8-925F0EB2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622171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333112-A7DF-4121-A862-67F0073A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HANDS-ON 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865C19-7D7C-47B0-A16D-D430A103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Access the Hands-On Labs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3C123-D818-4DD8-9DF7-58CFAB7B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7646F7-2E45-4DE5-83AE-7D5A478C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333750" cy="3619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2DBE2-0C6C-45EB-8F7E-1CC9EDE7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7FF424-D46B-4C4A-9550-4711D58A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6FEB"/>
                </a:solidFill>
              </a:defRPr>
            </a:pPr>
            <a:r>
              <a:rPr sz="2400" b="1">
                <a:solidFill>
                  <a:srgbClr val="1F6FEB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383357-770C-4739-8932-7B5E59BF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28384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https://github.com/tertiarycourses/TGS-2025054815---AWS-Certified-DevOps-Engineer-Professional-Training/tree/main/labs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97D978-0E2E-4B61-BC36-06AB43FB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14500"/>
            <a:ext cx="3333750" cy="3619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6AE65E-65B3-4F37-901B-74A461DA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1450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0AE64D-1825-440A-83EB-FFE37B1D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478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B981"/>
                </a:solidFill>
              </a:defRPr>
            </a:pPr>
            <a:r>
              <a:rPr sz="2400" b="1">
                <a:solidFill>
                  <a:srgbClr val="10B981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1FFADA-5D09-4EAB-9A3D-F0515EF6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14625"/>
            <a:ext cx="28384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Option A: git clone the course repository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184F73-A3E5-4037-B693-9E472F2B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14500"/>
            <a:ext cx="3333750" cy="3619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83FB60-E3D5-4640-9AE9-A951EBD0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1450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EF75F8-3A21-49F1-81D0-65E890D7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478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C3AED"/>
                </a:solidFill>
              </a:defRPr>
            </a:pPr>
            <a:r>
              <a:rPr sz="2400" b="1">
                <a:solidFill>
                  <a:srgbClr val="7C3AED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575467-1A9D-422D-88AD-8B9F26DE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14625"/>
            <a:ext cx="28384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Option B: GitHub Code &gt; Download ZIP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A30882-638D-4840-8E1B-608D7BCD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ADF1CF-1BA9-4209-894F-D6543FB1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D6FE29-2CFA-462F-944A-D7A30899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33904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6FB473-7381-4252-B554-7084F464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2626"/>
                </a:solidFill>
              </a:defRPr>
            </a:pPr>
            <a:r>
              <a:rPr sz="1050" b="1">
                <a:solidFill>
                  <a:srgbClr val="DC2626"/>
                </a:solidFill>
              </a:rPr>
              <a:t>HANDS-ON 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708BF6-2FE8-46A9-9115-CA0A00AD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AWS Workbench and Cost Safety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C2A110-9FE6-43C0-BF06-DAFE5431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F9D6E0-3E6A-4DBD-BBEF-6B3AA99C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28955-DC15-460C-ADED-5D01D334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5A3693-4D99-43F7-9026-D77448C7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6FEB"/>
                </a:solidFill>
              </a:defRPr>
            </a:pPr>
            <a:r>
              <a:rPr sz="1500" b="1">
                <a:solidFill>
                  <a:srgbClr val="1F6FE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959D60-1F26-45A2-B42E-863C7B71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383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Use the trainer-provided AWS account where available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C2B6EE-C9C5-4007-B73C-F883D0E0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6685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72ECF8-D85B-497A-927A-35DB0436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668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9A16AD-C15D-42AE-A8D8-078C39DE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764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90A590-1ADD-44DB-B19D-2FEF1D42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6383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Choose the instructed AWS Region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16C8E0-B888-41D8-A0C5-5D632EB5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A567DC-370B-4F58-AEE3-C431398A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6A6731-5B70-4F1D-B0EE-B6C9F1A6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B03355-86F7-435A-974D-A372B1D7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Never expose access keys or secrets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5E5E17-D582-4E5F-9032-D26BC52C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7180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D527FF-3F6D-40EB-944C-EE13800E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718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B16C1F-0ED5-406A-B904-51952ABB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D3B9B1-C06C-4973-8A91-18B09DC0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4325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Create budgets and monitor charges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B60D19-9799-4FB2-B873-7A55B3CE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97677A-B073-489B-994A-22FEB2A3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52113B-B929-4082-8AA0-D35964E2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6FEB"/>
                </a:solidFill>
              </a:defRPr>
            </a:pPr>
            <a:r>
              <a:rPr sz="1500" b="1">
                <a:solidFill>
                  <a:srgbClr val="1F6FEB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964DD4-B71A-4891-8AED-A451DF27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Prefer free-tier eligible resources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202BE7-A9B8-4089-AE86-918CC8C9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7675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27D446-393C-4BAE-9485-1D8A9901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767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7A66AD-28C5-4C40-A261-5E0378C1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863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6A4F52-6992-42E0-A666-7DC64605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482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Delete paid resources after each lab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97A962-69B1-4947-93E8-CAE66C4E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192283-5142-4B23-AA5C-7D0E4921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2CACD9-73BC-45A8-95E5-FA8F882B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916322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55773F-F4A3-4C2C-88DD-6B29CD24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D84D9A-17FB-4158-8E32-042979DA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57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FEB"/>
                </a:solidFill>
              </a:defRPr>
            </a:pPr>
            <a:r>
              <a:rPr sz="1275" b="1">
                <a:solidFill>
                  <a:srgbClr val="1F6FEB"/>
                </a:solidFill>
              </a:rPr>
              <a:t>DOMAIN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1AF83-86A8-4E24-AD55-C562312C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09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SDLC Automation and Infrastructure as Code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923705-9858-4736-9836-CA216EC5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723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Build capability through labs 1, 2, 3.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AB9574-A4CA-4F9D-8811-C8A29091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476375"/>
            <a:ext cx="228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0" b="1">
                <a:solidFill>
                  <a:srgbClr val="E8EDF4"/>
                </a:solidFill>
              </a:defRPr>
            </a:pPr>
            <a:r>
              <a:rPr sz="9000" b="1">
                <a:solidFill>
                  <a:srgbClr val="E8EDF4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30CEC4-C02D-439E-8E74-8BF99459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42D04-33A5-4884-86A4-695831F8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BA6253-98C4-4C6F-B4ED-E8E5E8B2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940809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3251A0-824D-4187-AFDF-0CFCE8E6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6FEB"/>
                </a:solidFill>
              </a:defRPr>
            </a:pPr>
            <a:r>
              <a:rPr sz="1050" b="1">
                <a:solidFill>
                  <a:srgbClr val="1F6FEB"/>
                </a:solidFill>
              </a:rPr>
              <a:t>HANDS-ON LAB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CA47E-7D31-4CC7-BD7A-3D6E93A6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Account Safety, IAM, DevOps Tooling, and Governance Baseline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D22994-E59C-41D5-A9C9-390AD0A5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8953D0-E12C-419E-897C-F7F6521C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858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662C6B-78A9-4A30-9B84-4A7E4B37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6FEB"/>
                </a:solidFill>
              </a:defRPr>
            </a:pPr>
            <a:r>
              <a:rPr sz="1500" b="1">
                <a:solidFill>
                  <a:srgbClr val="1F6FEB"/>
                </a:solidFill>
              </a:rPr>
              <a:t>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D3B456-D981-4172-A120-64CDEF54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619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Professional-level DevOps work starts with account safety, auditability, and controlled access. You will review the foundation used by CI/CD, automation, monitoring, and operations labs.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E17C6B-2A6D-4878-B937-ECAFD6C4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19250"/>
            <a:ext cx="37147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7C5D70-D170-4AA6-B3EE-F7343DD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Evidence to retain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05B5C7-6B84-43C3-B761-4140BED4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76500"/>
            <a:ext cx="304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IAM and least-privilege notes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Governance and audit notes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DevOps service mapping table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Budget or cost-safety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2FF56E-5FE3-48A4-AB9D-CA2C70EC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71B293-6CFA-4A09-9408-C832B194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AC0B18-EBE9-4D75-A1E8-F063B720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7908779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39B26F-7D01-4B40-920A-5D8EF687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6FEB"/>
                </a:solidFill>
              </a:defRPr>
            </a:pPr>
            <a:r>
              <a:rPr sz="1050" b="1">
                <a:solidFill>
                  <a:srgbClr val="1F6FEB"/>
                </a:solidFill>
              </a:rPr>
              <a:t>LAB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9EDA69-44B7-4134-B5B8-B335FF79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Objectives and decision 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51712-D729-48E0-899C-D20581FD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6E2136-D705-40FF-8EAE-22038D10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DF5F30-56D5-4B51-999F-3717C034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483C50-C3C0-4E12-8201-7C126DD3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6FEB"/>
                </a:solidFill>
              </a:defRPr>
            </a:pPr>
            <a:r>
              <a:rPr sz="1500" b="1">
                <a:solidFill>
                  <a:srgbClr val="1F6FE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17F785-203C-424C-BCC7-306D69E6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383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Establish a safe AWS DevOps learning baseline.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A7BCCA-1B00-4628-9E39-D785C16C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6685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11290E-8705-49CF-891D-1DE5C70A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668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E4BF34-6BD0-472E-AC16-82CDD8C6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764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B627E7-97C3-4F58-8937-181ED437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6383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Review IAM, roles, permission boundaries, and least privilege.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345C05-89A4-4D68-A267-08A64465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CCEB1D-A125-4F7B-A986-84169654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F617E9-8453-434F-88D4-F8F962D6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897989-E983-4D8F-9819-7A464D30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Review governance, audit, and cost-safety services.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5DB8A9-6D0B-45FA-93CB-AB3DBEF7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7180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4FDB9E-5449-42A0-8EDD-BA0BB100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718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498AEE-8761-4FE3-AFEF-070C33D2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AD20AD-3280-48DE-ACDD-7D61290B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4325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Map core DevOps services to SDLC activities.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71AD3E-3A06-49C0-B091-43BC9216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E6F473-64E2-4442-985D-E7934813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0E989A-81C1-4451-8992-34E57291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52194334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409F99-D80A-4A0F-8939-820B6857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6FEB"/>
                </a:solidFill>
              </a:defRPr>
            </a:pPr>
            <a:r>
              <a:rPr sz="1050" b="1">
                <a:solidFill>
                  <a:srgbClr val="1F6FEB"/>
                </a:solidFill>
              </a:rPr>
              <a:t>LAB 1 PROCEDURE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327785-9F56-49C5-A1B3-1EDB0297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Follow the lab sequence and capture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32D44E-E220-42FA-A7D1-342BBD9D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070B3A-CD49-41BE-B13F-AC3F74F4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7335F4-5BD7-452F-9D7A-B79FF9BD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5430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Sign in to the AWS account assigned by your trainer.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E21049-B5F4-4C51-A63E-E8AF3C1B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EB5A6C-78A7-4D2F-BE27-1D349590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860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Confirm the account and region.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DBFCE7-C0C0-4504-A01D-EEF49976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37CF8E-70D2-4F12-BA04-77C9B85D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289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Open IAM.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C98BD4-1235-4E39-8DC3-025E6FB6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AEDD25-1771-48E5-B083-E0CAD8ED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719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Verify MFA where permitted.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940499-C4AB-4503-B946-D98FE6AC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52E46C-3F97-40D9-8C10-B8BD7C26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148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users, groups, roles, policies, and permission boundaries.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546C1B-5D4D-4034-88A8-73319B8F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E667DB-C367-4D04-8BB5-CE6436B9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578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how service roles are used by CodeBuild, CodePipeline, CloudFormation, and Systems Manager.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B18C65-AC21-4D10-B05C-6DA88BA9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21F9FB-7580-4F9C-B087-E26A9D5B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004305-E3BA-4ABE-A202-710B29E0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8459298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BED7B4-3619-4893-B61C-EB02E122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LAB 1 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91CAE-A38D-47A5-B756-501295FB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Verify the outcome before moving 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AE8495-EC1B-4F5D-828B-59E4F723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ADC504-BD25-4AF1-B154-132DCA54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FB8994-170A-4CE5-A621-CFD9EA8F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10B981"/>
                </a:solidFill>
              </a:defRPr>
            </a:pPr>
            <a:r>
              <a:rPr sz="465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A40752-909F-4E7F-B146-80579954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95500"/>
            <a:ext cx="876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• You should be able to explain the governance baseline needed before automating AWS delivery and operations.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BDD0E3-6BA0-44F3-A180-F1D5A20B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7A1D30-788B-4CBE-B884-F357845B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E1BD70-74BC-4678-9287-EA8FD45A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67999780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FF4C18-66F2-46D4-8842-D2737A6C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HANDS-ON LAB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AB6B6E-7A9A-48B8-B79D-E4A44416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Infrastructure as Code with CloudFormation, CDK, Config, and Drift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73747-C903-4479-B2F3-52F6B78A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EF9432-D633-455E-A404-4FEA469E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858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3654EE-6F22-47E9-9AF7-04C9D602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9F2AD2-1F88-4567-8A64-BFD87E2C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619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Infrastructure as code supports repeatable environments and controlled change. You will review how AWS tracks desired state, detects drift, and evaluates configuration compliance.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5BF772-7667-453F-B9DD-002CBA06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19250"/>
            <a:ext cx="37147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B40258-3034-423E-BFEA-F70FA0A1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Evidence to retain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71A55C-2235-424C-BDDC-D3592AAA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76500"/>
            <a:ext cx="304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CloudFormation feature notes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CDK and StackSets notes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AWS Config compliance notes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IaC governance workflow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7DB67A-7A9B-4873-A238-B5279696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65E656-11C5-4797-9F25-C88ED6B4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6A61AC-8F86-454D-BA8D-3D6BB132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8122925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74A397-89F7-499A-9890-44F452F4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LAB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1049CE-80F2-43C4-9295-EE57507E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Objectives and decision 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DFB427-4C76-41BC-A2A0-7B8DB42A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F42C2D-3714-4F90-BAD5-8671E8FA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B528D4-A53A-4423-AAA2-69CE6187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B7EA28-B5A9-49C9-B867-FCEB00B2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6FEB"/>
                </a:solidFill>
              </a:defRPr>
            </a:pPr>
            <a:r>
              <a:rPr sz="1500" b="1">
                <a:solidFill>
                  <a:srgbClr val="1F6FE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01FD12-E6EC-4543-8D70-30A81061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383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Review CloudFormation stacks, templates, change sets, and drift detection.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733FAD-843B-4C91-8E95-2EF3A1B7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6685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1211E1-BD04-4D42-9443-AED1CA73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668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A41E55-8CFA-461B-9792-C49A8BA7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764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EF2B9C-4501-49AC-B8BD-433AF64D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6383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Understand CDK and StackSets at a high level.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7E307C-4B8A-4380-A3AB-17B4A773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D3FA0B-B683-468F-AE52-39F8ED7C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46BFBE-9D7F-4B5E-A061-84300D6E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7ADFD6-95C0-4D5F-BF33-9463DEC4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Review AWS Config rules and compliance snapshots.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79BD3F-5E57-49F9-BCC0-49C07DED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7180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993A21-362E-407D-8E71-8DEBD610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718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35F28D-2754-4206-A3AA-2A7D3C24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1980D8-DEED-49C8-A3CD-FA951FDF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4325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Design an IaC governance workflow.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55D716-3781-4D80-AA62-BB2B306E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B824C4-9FE8-498E-9235-951452BA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82FBAC-E777-4FB7-839B-9D92F41B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5597972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6C6B01-D31D-4251-9562-C5108F8F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LAB 2 PROCEDURE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A678C6-5579-4208-91CF-85444E92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Follow the lab sequence and capture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5455A8-3004-4056-8BE2-2BA89FF8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8303EB-73D9-4ADA-910D-D5342F74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DE519-D11B-48F0-8E13-60466442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5430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Open CloudFormation.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2971B4-3FB8-4732-BF9A-AF0DDA51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27E241-3253-419A-8A0E-DC8C0E03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860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stacks, templates, parameters, outputs, mappings, conditions, and resources.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DBFE9C-0BF2-4060-AB4A-DDBD5537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120F65-AC35-4734-8F37-20C0C505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289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change set behavior.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DBF1C9-67D4-44C4-83DB-EF833512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83453A-F4C0-4E01-983E-9175F4B8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719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stack rollback and termination protection concepts.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767048-7DE7-486B-9370-D7462081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31EC85-BD53-4475-BDBC-E95756B7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148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drift detection.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47938D-C76C-4D48-9FBE-A2E20E60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92CA7A-B5B5-490F-9438-921C6A43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578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Create a stack only if your trainer permits it.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A2ACA4-EB91-4BDA-A1DB-36D33412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2A1803-A979-42CC-B39F-3988A7FF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C44EA1-B50B-4AAE-BC97-370D74A2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66773088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5FFB52-83C1-427B-A3BA-0C71F8A6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LAB 2 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F137D6-91F2-4075-A8B7-CFDB05B9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Verify the outcome before moving 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70509F-DD94-40DB-9E84-2BF75C38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D3547-1F4D-4BB8-B014-30373A82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D7E55-5F31-454F-943A-A6F40AAB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10B981"/>
                </a:solidFill>
              </a:defRPr>
            </a:pPr>
            <a:r>
              <a:rPr sz="465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DB493F-3A99-4BBD-AF38-5FBC44FE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95500"/>
            <a:ext cx="876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• You should be able to explain how IaC, drift detection, and Config support controlled AWS operations.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8DD21D-A80A-426D-BB0C-4D3C4C6F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F00F20-2D86-4F38-8F3B-1D341613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28DD6-8F9F-440B-B778-7465C20D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21400685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134BFA-E802-4543-8EF8-AA9A21D4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HANDS-ON LAB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31E8BA-3E41-4910-86E6-BD459DD0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CI/CD with CodePipeline, CodeBuild, CodeDeploy, and Artifact Stores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81B548-9672-4778-A1DD-BBA49DB4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280AE-5331-446A-94AC-AD548C46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858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680501-8DF1-4C3F-9F3F-E323D3B7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85B193-4E77-4BF5-BF8D-D54A111B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619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DevOps engineers automate safe application delivery. This lab designs a CI/CD workflow with testing, artifact management, approvals, deployment, and rollback.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FE71B-0323-4670-B8AB-B4C592E5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19250"/>
            <a:ext cx="37147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B2D8DD-4CB5-4FBB-95C0-CEEB1DBE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Evidence to retain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900261-E828-47CD-8A25-AB803940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76500"/>
            <a:ext cx="304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CI/CD service comparison table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Pipeline architecture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IAM role notes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Rollback and notification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520FBA-932A-4AC3-A568-E16B02D2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5D6F0B-C57E-4AE1-A489-5B4C4241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558ABD-9360-495C-AFB9-A0837AF2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82559390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B6F931-E7DC-4DB0-8089-5F5C91AD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LAB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72FD6-9ACB-4563-8F1A-FBA0D706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Objectives and decision 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7198C6-7915-4341-9545-4DCBFB85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639174-CC76-43F9-978A-9872644B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CF04FF-E264-4750-955D-E967BCBE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07F7AB-A1D9-4C1D-9156-FB043AE1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6FEB"/>
                </a:solidFill>
              </a:defRPr>
            </a:pPr>
            <a:r>
              <a:rPr sz="1500" b="1">
                <a:solidFill>
                  <a:srgbClr val="1F6FE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3DD71F-010A-410E-B59C-B5EC8A0C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383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Design a CI/CD pipeline.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08BFAB-179B-4685-8E25-47A615AB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6685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30738D-EA45-41C9-9B76-29C3348E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668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3BC345-BECB-4D77-935A-C23BA777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764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400C04-5C63-4E90-B256-D70005A8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6383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Review buildspec, artifacts, test stages, approvals, and deployment stages.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91F046-15C7-4DA4-BBD6-D54B1C4C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E7198A-C80F-4CDC-B03F-D91E9D81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52AED4-9071-4321-9986-12B9919D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300257-4D93-49E0-93CC-4C749A56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Compare CodePipeline, CodeBuild, CodeDeploy, and CodeArtifact concepts.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BD8392-7623-4D38-AD5D-C72B81ED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7180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36E656-FE38-4304-BC8C-EED7EFD5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718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BA68EC-19DE-4AC3-B4E6-D0B91C03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ECA471-94CF-4E28-8468-C986A901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4325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Plan rollback and failure handling.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D7F1BF-C7DB-443F-9FDD-416722A8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3B6B36-CBDE-402D-9DA5-760EC5D2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5330FF-998A-4CA4-9045-927BA06A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73314858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8A1D69-083E-4169-8A75-18B21656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LAB 3 PROCEDURE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A4CCE9-1B0B-4269-A85C-5270E530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Follow the lab sequence and capture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1E52E5-D6C4-4FA7-985A-E70D84E3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8FE485-0E39-42C5-BAFD-44672792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AB1BFA-A9D0-44F9-8CF5-549CA4BD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5430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Open CodePipeline.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B1970C-AEC3-44E8-90D2-EF379664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FFFD4F-61CD-4610-AD6F-43D51822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860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pipeline stages, actions, transitions, and approvals.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11237C-3071-4A20-A8EE-A6B67F3B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747FE5-7BB3-405C-B488-9EEFA697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289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Open CodeBuild.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12EBC-A450-4533-9707-6977D6D9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77AC3F-9CEE-4630-8FB3-90AC5A39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719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build projects, build environments, buildspec files, artifacts, reports, and logs.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1DD412-2A1E-4DE1-A86C-11F6C5F9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104587-65C5-4379-88C2-52EFEFC6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148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Open CodeDeploy.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D11E3D-ECDD-42E8-8C1C-4656F6D2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816D1F-BDD1-4727-8CD4-A98D95D8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578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applications, deployment groups, deployment configurations, lifecycle hooks, and rollback.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09CD45-E3FF-4DC0-AE93-6A19C398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245BE4-956E-40AE-9BCE-D17FA29D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F6EDB4-88F5-41FD-91CA-91A4A105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46075520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F3A4B1-5C81-4FE1-8658-B4C884C9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LAB 3 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E0FD73-8AF8-4885-AA55-427681E9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Verify the outcome before moving 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DD2024-76E2-4861-9C7A-9DC33989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75D2D-6ED1-4CC4-89A1-EEC1010F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C517DE-65E6-45B3-AFCB-A0789FCC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10B981"/>
                </a:solidFill>
              </a:defRPr>
            </a:pPr>
            <a:r>
              <a:rPr sz="465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111FF6-2814-404D-A68C-4D34DC88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95500"/>
            <a:ext cx="876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• You should be able to explain professional CI/CD design, including artifacts, approvals, validation, and rollback.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3C93E3-EB0D-471E-902F-D26E0FB5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FB142-D55A-42BA-BE85-2589B72B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EADA54-A9F4-48C1-9DC1-9D38F4C4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27652479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FA9630-F9FC-4EB0-A6F3-55EBE501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4F5552-D9F0-43A8-8451-39098B2B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57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B981"/>
                </a:solidFill>
              </a:defRPr>
            </a:pPr>
            <a:r>
              <a:rPr sz="1275" b="1">
                <a:solidFill>
                  <a:srgbClr val="10B981"/>
                </a:solidFill>
              </a:rPr>
              <a:t>DOMAIN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2F835-360A-4847-80A1-AE7D8D2B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09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Deployment, Configuration and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DFD66-BB41-4977-AE4E-AD7F14C1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723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Build capability through labs 4, 5.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771FF3-C16A-457B-891E-7C7E88BA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476375"/>
            <a:ext cx="228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0" b="1">
                <a:solidFill>
                  <a:srgbClr val="E8EDF4"/>
                </a:solidFill>
              </a:defRPr>
            </a:pPr>
            <a:r>
              <a:rPr sz="9000" b="1">
                <a:solidFill>
                  <a:srgbClr val="E8EDF4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C7D17C-B77F-4A8C-8F41-4F455447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EB3F06-EA1A-4DE9-8936-5CD9A5CA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E364C0-38A2-4E98-B79B-C2F8C37F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60408189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10F4A4-8738-43AE-9874-914B0D6E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9E0B"/>
                </a:solidFill>
              </a:defRPr>
            </a:pPr>
            <a:r>
              <a:rPr sz="1050" b="1">
                <a:solidFill>
                  <a:srgbClr val="F59E0B"/>
                </a:solidFill>
              </a:rPr>
              <a:t>HANDS-ON LAB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F53D2B-8B94-4D44-91C0-4DF41FFC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Deployment Strategies for Lambda, ECS, EC2, and Elastic Beanstalk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AFCBFD-796F-4EDE-A1C0-521B8BA8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9F8C03-D987-472C-AE94-171D1B73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858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C0C22E-35BC-477C-99F0-75E005CA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64EDC3-37F0-4827-BE23-0B70C309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619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Different workloads require different deployment strategies. You will compare controlled release patterns and choose safe deployment approaches.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40BCEA-FED8-4DEF-AEA0-E127648F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19250"/>
            <a:ext cx="37147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1F4A02-AD12-47F6-94E5-43782A6B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Evidence to retain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B2C874-F94A-4040-BD66-EC60E990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76500"/>
            <a:ext cx="304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Deployment strategy matrix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Health check and rollback notes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Traffic shifting notes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Monitoring requirements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9C8435-9C98-4665-BDF6-F669CE62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19F0EF-0414-46BD-A8F5-16624E9C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088B31-5E01-4784-8125-86BD8044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211802423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FFA97D-F4A3-47C5-9FED-645395E5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9E0B"/>
                </a:solidFill>
              </a:defRPr>
            </a:pPr>
            <a:r>
              <a:rPr sz="1050" b="1">
                <a:solidFill>
                  <a:srgbClr val="F59E0B"/>
                </a:solidFill>
              </a:rPr>
              <a:t>LAB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C3D924-21DA-4E69-AB4E-40B445F2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Objectives and decision 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92135-3CB1-444E-AF98-CA8519B2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5C2B6E-6E95-4051-8A9E-D08F0748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C73624-E3E2-4009-8743-197ADBFA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798F17-EB39-4E5B-8632-F89DAB5A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6FEB"/>
                </a:solidFill>
              </a:defRPr>
            </a:pPr>
            <a:r>
              <a:rPr sz="1500" b="1">
                <a:solidFill>
                  <a:srgbClr val="1F6FE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F3589E-13A0-47A6-867B-A8F5403A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383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Compare deployment strategies for different AWS compute platforms.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F9073-8347-41DD-8B5C-8F430374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6685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706479-1D72-465F-B228-3F6E7D64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668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227F75-9743-4D72-B6BA-7BD2DA25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764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EA04A7-F814-4BEF-A0D6-A653E39B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6383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Review blue/green, canary, linear, rolling, immutable, and all-at-once deployments.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936C6D-7FB7-4C0E-8648-A9E02824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674302-375D-466E-9ED7-589F00FE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B306BA-BE4A-4DE2-85EC-DFC5A570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4B947B-B45B-4DEC-A378-168F31C5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Understand traffic shifting, health checks, and rollback.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27C5DB-B3A4-454B-8902-7C591868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7180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F41F4D-92C7-4170-A08B-0421A6EE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718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D82746-A16C-4CD2-ABEA-7EC02C97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288FB8-04D3-43F5-B316-0D91A2E8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4325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Design a deployment plan for multiple workload types.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8B5F35-FC00-4DDD-9EF7-B7FAEDDE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7E6992-7118-4E97-B186-72EAEE34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31377B-72F5-4942-A61A-6D734DDC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68894066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7EDFBF-A561-452D-A6E1-5EE57735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9E0B"/>
                </a:solidFill>
              </a:defRPr>
            </a:pPr>
            <a:r>
              <a:rPr sz="1050" b="1">
                <a:solidFill>
                  <a:srgbClr val="F59E0B"/>
                </a:solidFill>
              </a:rPr>
              <a:t>LAB 4 PROCEDURE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2BA0D9-4AD2-4B37-BDD9-74FB351F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Follow the lab sequence and capture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18E7E7-DE5D-4164-A431-DFCDBB19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5B6231-0210-4F2D-B0D6-4C270114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3A6211-D838-408E-9AB6-E78BBC3E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5430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Review Lambda versions and aliases.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FC646F-0D69-4201-84B2-0BF18095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0E58B-7E1A-478F-BB3F-BF3B0334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860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Lambda traffic shifting with CodeDeploy concepts.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5DF3AF-1C10-42F1-BB62-79940A69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BD7047-1EB9-4B40-A593-7A74FF71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289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ECS services, task definitions, deployment controllers, and rolling updates.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D65AD6-4042-40F9-A28F-BC4977A1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074E62-64B7-4600-9237-47C2BB58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719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blue/green deployments for ECS using CodeDeploy at a high level.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F8EB49-8EFD-4845-9620-59C4DEB6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D607A8-91FE-4C57-A320-35D29EB7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148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EC2 Auto Scaling rolling or immutable deployment concepts.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BEFE9B-3A7E-4267-B083-14182C29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165B62-C3D4-47BB-B70C-1387B818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578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Elastic Beanstalk deployment policies.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5ECC8A-BE90-40F9-829F-11DA1924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E44C1C-FDB3-4751-9941-2C6D6F7F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F352D7-7A8E-4B60-A049-50935358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914219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57043B-9953-4E75-AD4E-94D4ADFB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LAB 4 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A263EC-41E4-41E3-AFA0-88D073F9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Verify the outcome before moving 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1434FF-37F6-4741-A694-43A3A9FF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EE561-CB32-48CD-9A37-EA0E0D5D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8A7C8E-ADF3-4D62-B9EE-A763CDEF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10B981"/>
                </a:solidFill>
              </a:defRPr>
            </a:pPr>
            <a:r>
              <a:rPr sz="465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5DA281-6CD5-4D15-B353-1A7D445E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95500"/>
            <a:ext cx="876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• You should be able to select a deployment strategy based on workload type, risk, rollback needs, and availability requirements.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145F86-648B-4D7C-B54A-E14294BA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1FAE6-7EF5-4887-9606-691ECD24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8974EA-7B76-4CBE-B474-205CBB6C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80728413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383D82-42EA-40D9-BEBD-70F26CCD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6FEB"/>
                </a:solidFill>
              </a:defRPr>
            </a:pPr>
            <a:r>
              <a:rPr sz="1050" b="1">
                <a:solidFill>
                  <a:srgbClr val="1F6FEB"/>
                </a:solidFill>
              </a:rPr>
              <a:t>HANDS-ON LAB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44DA3-E699-4C93-9242-C55C9FCB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Systems Manager, Automation, Patch, Parameter Store, and Run Command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79312E-C6FE-49D1-BD03-A66D2CFC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A8BF80-47B1-4490-84F6-23646893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858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9DDA33-F84A-4109-9CC6-1815CB83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6FEB"/>
                </a:solidFill>
              </a:defRPr>
            </a:pPr>
            <a:r>
              <a:rPr sz="1500" b="1">
                <a:solidFill>
                  <a:srgbClr val="1F6FEB"/>
                </a:solidFill>
              </a:rPr>
              <a:t>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BD9BEE-A9CB-4E49-9AEE-45F3CDBF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619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DevOps teams operate fleets and automate routine administration. This lab reviews AWS Systems Manager as a control plane for secure operations.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25192E-EAD1-4388-AEA2-9E900A82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19250"/>
            <a:ext cx="37147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15C0D9-FB54-43AC-B0B5-CF203AF9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Evidence to retain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A0E6CD-E881-4DDF-B2B5-F3211696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76500"/>
            <a:ext cx="304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Systems Manager capability table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Parameter Store vs Secrets Manager comparison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Patching workflow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Automation runbook outline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4F985E-8A9F-4705-BCFA-85906126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35906C-03CD-4424-AAAB-7470E24B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7D7306-41DC-4500-982C-AD4FF677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31524505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8C56EE-7C38-4915-A3C5-1C537285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6FEB"/>
                </a:solidFill>
              </a:defRPr>
            </a:pPr>
            <a:r>
              <a:rPr sz="1050" b="1">
                <a:solidFill>
                  <a:srgbClr val="1F6FEB"/>
                </a:solidFill>
              </a:rPr>
              <a:t>LAB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0BB44D-E83E-448C-8B7F-7631C2B2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Objectives and decision 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26EE23-C9A3-4D55-AFE1-40EDE4EF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73DA9A-AC2A-4408-B55A-7BD3BEAF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82667B-F63E-4D96-BA53-4C7027BB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6696E8-DF5A-40F5-AEDF-91A8785F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6FEB"/>
                </a:solidFill>
              </a:defRPr>
            </a:pPr>
            <a:r>
              <a:rPr sz="1500" b="1">
                <a:solidFill>
                  <a:srgbClr val="1F6FE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C03E7-0227-4192-BE5D-B6FB8490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383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Review Systems Manager operations capabilities.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DC90FA-990C-4FA0-AFAB-9484C0F8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6685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C19F92-1B21-4D32-906C-3197DF62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668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50B919-4FAD-4D96-B48F-352959AB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764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54A039-34AE-4CC4-91E4-00AB1BBD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6383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Understand Run Command, Session Manager, Automation, Patch Manager, and State Manager.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7A8AE4-7715-41BF-A0D0-4F2C3F87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989F54-842F-4D95-807A-C64CBA7E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C12C9B-9F4A-4168-88A8-76E1A149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19EDA3-20AB-4882-B6E2-6D26EDF6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Compare Parameter Store and Secrets Manager.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4AE423-2968-400D-AA2D-F4ADE89E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7180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532A34-6F7E-40D8-B4B3-106B671F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718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EB9EDE-B905-4DA5-9B58-5FD5A2B2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F95EAA-A9BA-4817-83A3-988DFF3D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4325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Design fleet operations and remediation workflows.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309A7F-EB0A-4BD3-9187-1BE934A6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A4530E-278A-4C57-AC27-548285D8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B3C1B1-1FF6-4FDA-8B2C-F6F1BC69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74161694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817A28-08FD-43B7-B6AD-CEA5B4CC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6FEB"/>
                </a:solidFill>
              </a:defRPr>
            </a:pPr>
            <a:r>
              <a:rPr sz="1050" b="1">
                <a:solidFill>
                  <a:srgbClr val="1F6FEB"/>
                </a:solidFill>
              </a:rPr>
              <a:t>LAB 5 PROCEDURE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B5E04B-D181-4521-B5BD-DB5752D8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Follow the lab sequence and capture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294698-D34A-463F-A915-72B196B6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A380EB-F8E4-4E32-A2B6-D964C427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18A485-E00B-4373-A8DC-0AC47A1A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5430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Open Systems Manager.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8B1BCA-2CF8-4A57-BA94-58CA36EB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976D71-084A-4452-941F-F377FFEB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860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managed nodes and prerequisites.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B00AE8-210B-493D-BA34-92D6CF59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D3C44D-A1F5-479F-9545-70016DF7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289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Run Command.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4A9A41-AEC0-46FF-9176-DBE02C14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B0EF65-3827-4EC3-AE6E-20B97141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719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Session Manager and why it can reduce SSH exposure.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D7E699-8422-47B9-BB02-60E9C324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B2467A-ED50-4F18-94F5-312702F9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148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Automation runbooks.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029BE9-3A9C-46B1-945B-6AB15365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A0DC62-FADB-473F-A525-308EB2CA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578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Patch Manager.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88716A-C190-4741-8CCA-6FEF1650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989B59-CE40-4BEB-B296-5E5E9E3E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6B1EAB-3290-4E93-8ECF-1110DA42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03540739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044BF6-159F-45A8-98FA-DAC4B68C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LAB 5 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FD0C9D-1680-4CC1-8FB0-07D511A5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Verify the outcome before moving 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675AAD-0C12-4CB0-9C6D-21E44688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161715-2817-4854-B966-3FA841E9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E02C9E-1EF5-4720-863B-277499B1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10B981"/>
                </a:solidFill>
              </a:defRPr>
            </a:pPr>
            <a:r>
              <a:rPr sz="465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1808F1-9C2D-4EEA-ADA9-6177030D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95500"/>
            <a:ext cx="876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• You should be able to explain how Systems Manager supports secure fleet operations and automation.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3B0867-1687-4700-B8B5-5AA704BC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7649EF-9DFA-4340-8910-87474018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58F168-A8F8-4BD6-8B70-312BDC1C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73305560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19DC6C-4935-463D-8C30-A60B16D6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4BCEF6-953B-4BD9-ADEB-51D450AF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57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C3AED"/>
                </a:solidFill>
              </a:defRPr>
            </a:pPr>
            <a:r>
              <a:rPr sz="1275" b="1">
                <a:solidFill>
                  <a:srgbClr val="7C3AED"/>
                </a:solidFill>
              </a:rPr>
              <a:t>DOMAIN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3F309D-1C1D-4C04-BD8E-FE2A9975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09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Monitoring, Incident Response and Resilience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AD0932-3985-494B-ACE1-8274E1F5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723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Build capability through labs 6, 7.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56FAF5-87A1-4802-8077-BBAB3155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476375"/>
            <a:ext cx="228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0" b="1">
                <a:solidFill>
                  <a:srgbClr val="E8EDF4"/>
                </a:solidFill>
              </a:defRPr>
            </a:pPr>
            <a:r>
              <a:rPr sz="9000" b="1">
                <a:solidFill>
                  <a:srgbClr val="E8EDF4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411185-7D3F-47CC-B331-C8977575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4CA9D4-65B9-4BFC-96D6-A5A43560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C26232-F47A-4CFF-989F-EA2E085A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210148769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BABBD2-AF91-4C02-A31C-AB574CFC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HANDS-ON LAB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D86D1E-3B62-4E79-A334-DB59A5F7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Observability with CloudWatch, X-Ray, CloudTrail, EventBridge, and Alarms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4418F8-495D-40CB-9CB1-4CAD1A8A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562BA8-71D3-410D-A9C6-1DC7D886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858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1EE764-CB0B-44F6-B197-60CD224F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CD2BA6-EA9D-42FF-A29E-849BEEE9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619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Reliable DevOps requires visibility into system behavior. You will design a monitoring and incident signal model for a distributed application.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D05721-0344-46DA-A36A-D2C9ED5C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19250"/>
            <a:ext cx="37147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2A7112-CBAE-4F31-91C9-FDDEC7AE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Evidence to retain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FF3AB1-54A7-4111-AC85-0CB47311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76500"/>
            <a:ext cx="304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Observability design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Alarm and SLI list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Log retention notes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Event-driven incident routing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9B7FD2-DC50-484F-A712-C9627B45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9A6AF2-EFE4-4FF7-869E-1F92472A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A32AA6-CD5A-4C1B-A264-2B116355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86499336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BF2BB9-DCEA-4ED1-9C81-C44A5ED1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LAB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6563B2-99F2-4E30-B824-FEE29081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Objectives and decision 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EA8F6-9DAB-44C6-ADB4-58941C30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1A0B91-F58C-4E57-A5CB-74459281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A3A8B1-95D1-4746-8AA5-762D2793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370C2-F364-44B9-9AFA-9C3D8B87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6FEB"/>
                </a:solidFill>
              </a:defRPr>
            </a:pPr>
            <a:r>
              <a:rPr sz="1500" b="1">
                <a:solidFill>
                  <a:srgbClr val="1F6FE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019647-EEB4-48AE-A707-3F9F7580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383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Design observability for AWS applications and infrastructure.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F4294B-1952-49A7-84EA-A62391A3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6685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319263-D935-425E-B04D-ADFCE3D8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668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FBBE6B-8A80-415F-A78A-ADE23E66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764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225761-B834-4F0A-9AD7-C89D1B8F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6383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Use metrics, logs, traces, dashboards, and alarms conceptually.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D86CE2-B0D9-4A40-8009-F677C967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2B96B8-C2C9-417C-90CE-FBBAE710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612627-3910-42C1-9058-F2B5F766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A7F665-FDCE-438C-A570-AA5C4D6F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Review X-Ray and distributed tracing.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0CBEBC-87C8-418B-A1BF-A0637180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7180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A3ED27-4578-4011-A724-5842670D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718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5BEE16-BEFF-4086-8FDA-6D81CAE8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709A5F-77E3-418F-9424-1E83C16F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4325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Route operational events with EventBridge.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F52A86-1217-43E7-AA21-49257330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F9B2AB-555D-4BBC-9E7B-5A4A6E4F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60C6C4-C578-4849-9C62-9BD35E7D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76977632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0E1090-4E76-4C74-A441-E9A9F3C9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LAB 6 PROCEDURE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187D1-B57A-4453-BBF1-D4608A73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Follow the lab sequence and capture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CE3D4A-62E1-4EB0-AA42-6505F4B0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78BC2-45A3-40CC-874E-48CAE234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8119BE-CE49-4665-AABE-30EAB4D0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5430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Open CloudWatch.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E3B155-142E-4926-9183-23226C98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4219F4-61EB-40A5-BFC2-F608B450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860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metrics, namespaces, dimensions, dashboards, and alarms.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D3D1F-A239-4AAB-8A16-D22294BD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1201BC-F579-4B13-B27A-95740346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289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CloudWatch Logs, log groups, metric filters, and subscription filters.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1CC9A7-9F64-4F5D-9AE4-3CBFCA02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9295EB-BE49-4D40-B1B9-D328BB48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719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anomaly detection and composite alarms at a high level.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F9C145-79C6-4D8E-A262-8DC8905E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D4EA17-0361-4DBD-938E-1E3AB411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148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Open X-Ray.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168D38-F400-4B9D-8A49-E0B1B137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CA3AC5-8E24-40EE-A5C2-94177A33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578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service maps, traces, segments, subsegments, and sampling.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F0F37C-22BB-4432-8F75-3D35DA9C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F4960D-8762-4E33-AE77-BF46EDF7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107765-0C27-4626-93E9-865C5CA5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88169685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EBDC12-8701-4AF3-812E-8DFB56E7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LAB 6 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EBF860-DAD5-47B7-B947-18D85AED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Verify the outcome before moving 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BE0131-E4C8-4B71-A9D3-413CED52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72DBD-65C8-4816-A50B-85467C88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9D9AEC-F310-4241-AADB-76C6382E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10B981"/>
                </a:solidFill>
              </a:defRPr>
            </a:pPr>
            <a:r>
              <a:rPr sz="465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16C80B-8034-4F8B-AAEF-237C0125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95500"/>
            <a:ext cx="876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• You should be able to design observability that supports troubleshooting, alerting, and automated response.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2FA91C-CA48-4B72-9646-0C1B518D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0A3B0B-5D57-4355-AC2B-A1AE9365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176206-8212-477D-9118-40D1BDCE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05621307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073E0A-0A4C-4EA0-8432-E4C3E9E6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HANDS-ON LAB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2276CD-0F30-46A4-B0E7-07F708F7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High Availability, Backup, Disaster Recovery, and Auto Remediation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BDBD8D-2248-4D02-A105-9FE7680F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E0D1EC-41E5-47BE-A24A-3D042BCC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858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F407FC-AB3B-4B53-9948-90594F20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9971AE-444C-4C34-B92D-014971B2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619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Professional DevOps engineers design for failure. This lab covers availability, backup, routing, scaling, and automated recovery.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A8E38-EFFC-4017-973D-1DDE118E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19250"/>
            <a:ext cx="37147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3336B0-FAA8-4471-A199-5BB88426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Evidence to retain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021F84-1B1F-458E-87AD-30D9698A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76500"/>
            <a:ext cx="304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HA and DR pattern comparison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Backup and restore plan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RTO/RPO notes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Auto remediation workflow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997C3E-F69C-402C-8B85-F01655BF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4C7007-2B9A-41C2-82FA-02133CA4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0BFDE3-B9E8-4C77-BE6D-E4A9A265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81906580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355474-2F12-4D1F-8CF6-2411C17F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LAB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6DA52E-F498-46A9-88D4-6CF79C85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Objectives and decision 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F4E642-5DEB-4096-B567-D11456CC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7FE4D-8E83-493C-A4FC-6FE5D597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4A7B74-A292-4B2B-812D-2BECB228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66648-6FAA-41E9-A816-3D45DCE9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6FEB"/>
                </a:solidFill>
              </a:defRPr>
            </a:pPr>
            <a:r>
              <a:rPr sz="1500" b="1">
                <a:solidFill>
                  <a:srgbClr val="1F6FE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19E8AF-C4E8-4D8A-BB68-EDD6D134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383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Review high availability and disaster recovery patterns.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B756FF-50CC-4432-BA12-BC51AB67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6685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46B343-F5FB-4AD8-8683-1BE49D5D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668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E609DE-21D3-4648-8AFB-8FE7A1D4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764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736254-0614-4955-AAC1-8BABCD3F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6383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Understand backup and restore services.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F99455-EB40-4D8B-9365-82C69F13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89403A-F948-4FCD-B2D2-5BD8B9AC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652B25-028A-4CC1-BC74-DB97F1B3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7A9B3C-2E7C-4DDF-858F-748E81B4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Design auto remediation workflows.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5144BF-AB4F-4C05-9ACD-19CB80A5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7180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4914AC-68B8-4B20-9367-C6CE4E65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718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48FD71-04EC-4BEC-AD47-D8300B6D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24D9BF-30B7-4B35-B6D8-78F77D3C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4325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Compare RTO, RPO, and resilience tradeoffs.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C7C113-DE68-46EA-9F70-DA6D7AED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284C9F-6E3C-4F50-9E49-9FE35C42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E5D03B-4248-4A56-9047-37125057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61335575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BFF8A0-D42E-45BB-BF96-F076FDD4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LAB 7 PROCEDURE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2BCA5D-03E4-4045-BFE1-2FD30A33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Follow the lab sequence and capture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D4FBF2-2516-45D0-BD5E-7F342F62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8E83E1-E8B8-4664-AF91-CFDFA2A2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F0F6D3-E27D-4A02-99A4-60761BFA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5430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Review Multi-AZ and multi-region concepts.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5C785-DFC9-4886-9440-26BBCC59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A34717-02DA-48EE-B885-8FA6DF87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860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Auto Scaling groups and scaling policies.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B8A51D-AF4E-4250-8C1F-FE16DDE1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4254DC-95E3-41B4-9EB3-0A01B95A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289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Elastic Load Balancing health checks.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9541C9-35DC-40EB-9CE8-DBF85C65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90D8B3-EBF7-4612-8983-EE5C82F1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719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Route 53 routing policies and health checks.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61B783-0212-4966-8DA6-393D5CBC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6B0409-A789-4E9D-98FE-FF53898C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148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Open AWS Backup and review backup plans, vaults, retention, and restore concepts.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71DB72-5080-4908-B068-303BA3CA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63F5CD-CE41-42B7-91C6-7786265C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578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RDS backup, snapshots, Multi-AZ, and read replica concepts.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1EB4C9-FFA1-46D3-98FE-ACE64DA4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47007B-3E25-4309-A9C4-21DBCD23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AA2FFA-5CAF-4C8E-A7C0-FE9E7542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41842319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433540-4DA2-4632-976D-434E356F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LAB 7 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913F2-6C3C-4CE3-9854-612307E5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Verify the outcome before moving 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0891F7-F257-496D-AC4D-057DDBC4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724333-287A-42B3-BD6A-71576C3D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CA649A-5220-4A2F-9F79-638252CB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10B981"/>
                </a:solidFill>
              </a:defRPr>
            </a:pPr>
            <a:r>
              <a:rPr sz="465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DCEC9B-29D7-4C88-91D8-E8311964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95500"/>
            <a:ext cx="876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• You should be able to explain resilience design choices and automated recovery patterns for AWS applications.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F323D3-6538-441C-A3A9-16EBE4DC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ECA919-6EE0-44C0-A5D3-A6851956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B46FB5-2596-4E93-9CDE-88C78798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108249164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EFB21C-DFAB-4ACB-A353-37AB6008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274A7A-CE1F-4B08-B1AC-D2DF655E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57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</a:defRPr>
            </a:pPr>
            <a:r>
              <a:rPr sz="1275" b="1">
                <a:solidFill>
                  <a:srgbClr val="F59E0B"/>
                </a:solidFill>
              </a:rPr>
              <a:t>DOMAIN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781380-EE54-42FD-AF34-4EB916EF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09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Security, Compliance, Cost and Exam Readiness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F7ACC0-288F-4CD3-A0BF-A9191413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723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Build capability through labs 8.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E134F8-E909-4E12-91BB-4942BF3A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476375"/>
            <a:ext cx="228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0" b="1">
                <a:solidFill>
                  <a:srgbClr val="E8EDF4"/>
                </a:solidFill>
              </a:defRPr>
            </a:pPr>
            <a:r>
              <a:rPr sz="9000" b="1">
                <a:solidFill>
                  <a:srgbClr val="E8EDF4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83BBB9-BBAA-4CA5-B6B0-94DAC69C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D1FBB8-A151-40F3-965B-456A6F94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27327B-08ED-49D9-94DC-F4CD274E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446924421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CDBD6C-9BB6-4C99-88AE-089C0734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9E0B"/>
                </a:solidFill>
              </a:defRPr>
            </a:pPr>
            <a:r>
              <a:rPr sz="1050" b="1">
                <a:solidFill>
                  <a:srgbClr val="F59E0B"/>
                </a:solidFill>
              </a:rPr>
              <a:t>HANDS-ON LAB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7F893B-BF91-46B1-927E-F3A680BE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Security, Compliance, Cost Optimization, and Exam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FECFC5-F374-4654-AA5B-58A59309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EC0A48-D363-40B4-AE10-63D0D6C3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858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D536AC-2FE0-442F-A4D5-1C23350D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26302F-A985-403A-80DC-F481549B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619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The final lab connects security, compliance, cost management, governance, and exam readiness for AWS DevOps Engineer Professional scenarios.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BFF1E8-A285-4522-8347-98E58DFD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19250"/>
            <a:ext cx="37147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BF19A5-4E9C-4557-AB72-E67A2130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Evidence to retain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46EEB8-CB0C-4EF4-BD56-9ECBCAD8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76500"/>
            <a:ext cx="304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Security and compliance checklist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Cost optimization checklist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Exam-domain revision map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Timed practice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9A40D0-D3C4-4C84-B6B8-9873D6EA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8BD99F-E2E8-41DA-8199-1869FBE5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6D6D6C-FF99-4A19-A083-62DA687B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122349498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84E103-3828-4997-985E-36983E7A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9E0B"/>
                </a:solidFill>
              </a:defRPr>
            </a:pPr>
            <a:r>
              <a:rPr sz="1050" b="1">
                <a:solidFill>
                  <a:srgbClr val="F59E0B"/>
                </a:solidFill>
              </a:rPr>
              <a:t>LAB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C4717B-7DD8-4E8E-BB18-0FFEC22A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Objectives and decision 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96DE5-AD3A-4850-84E6-01186FC2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EAF42F-A7B4-4783-ACDF-F2310018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AA002B-0629-4025-960A-CA8A353E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E1EF5A-9102-4A2E-B00E-0C52ADC6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6FEB"/>
                </a:solidFill>
              </a:defRPr>
            </a:pPr>
            <a:r>
              <a:rPr sz="1500" b="1">
                <a:solidFill>
                  <a:srgbClr val="1F6FE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770CF0-B340-4872-9DC1-2568632E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383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Review security and compliance guardrails for DevOps.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C31F7D-1878-494E-BD1D-BCDC039A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6685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9B0B84-DD15-41BF-8D64-34C22FFD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668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FFD64E-5EE8-4501-BDFA-AA88087C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764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93095C-7587-4610-8A8C-2B6C5CC6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6383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Plan cost optimization for delivery and operations.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A10F32-513E-4DE5-87FE-CD1C9E05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78EC4F-499F-4A8A-B071-D65255A3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8F7769-48CF-430A-8ABF-98460248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5EE6C3-422B-4830-A2B7-8A616B40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Map labs to exam domains.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9388AD-9375-4B1E-88B1-72C4044F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7180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AEAEB7-037A-4398-8238-137B11D7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718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A92489-C911-41BE-8B91-C45D8844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2EB881-4D1B-435C-B3F5-472F27A4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4325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Complete timed certification-style practice.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2E3DF6-8EBE-4297-AAD1-A31D41F9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91D627-1A10-4130-9E17-46390F51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F26CD5-5DA0-4EDF-B22E-01B6FA08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1401218716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3D13CC-AEA3-434E-A781-800FACC0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9E0B"/>
                </a:solidFill>
              </a:defRPr>
            </a:pPr>
            <a:r>
              <a:rPr sz="1050" b="1">
                <a:solidFill>
                  <a:srgbClr val="F59E0B"/>
                </a:solidFill>
              </a:rPr>
              <a:t>LAB 8 PROCEDURE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D0AF3A-BB2E-431A-9FD7-E63507BC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Follow the lab sequence and capture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4C828E-91B2-4B34-9364-185A8462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CEDED0-A7C8-427F-B181-67B039A2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2ADB4E-4448-4192-BFE9-E2C3E770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5430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Open Security Hub and review security posture concepts.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C5AA57-E743-4F3B-99D1-2D5503A5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BB6E82-EC73-41A0-87D2-EADEB00F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860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Open GuardDuty and review threat detection concepts.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BADF9E-8B48-4316-9B48-0890932F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7CA91B-B1C9-4653-BD89-E5595411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289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IAM Access Analyzer and policy validation concepts.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F6268C-774F-4045-AA99-4826A25D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C7B3F6-2409-4058-8305-D7054403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719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KMS, Secrets Manager, and Parameter Store.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FCAB0E-AE1F-4234-97DA-B44B4A9A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148C14-FDE6-4619-A6AF-6C44E38C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148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AWS Config rules and conformance packs.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431C7D-F953-477B-B409-9B2C8BED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1B7EC0-8437-489F-B2D4-86607C2F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578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Service Control Policies and permission boundaries at a high level.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D14D0B-C894-41C9-8057-A1763E68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044EA0-C7DB-46EA-9E1F-204F3FA7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F759F0-F049-4EC7-8883-05C958F9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1807754621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AA1FE0-DAF3-4DA1-9DF5-9050E8CC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LAB 8 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19FAB5-9035-4435-8978-2C10CBD3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Verify the outcome before moving 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8EF04C-E187-43B7-9CB1-FCA3F019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299D14-EE21-4FB3-8CA3-441806B0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429510-F84A-40DF-B474-9AE5A63C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10B981"/>
                </a:solidFill>
              </a:defRPr>
            </a:pPr>
            <a:r>
              <a:rPr sz="465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8A5345-16AD-41FF-A10D-C12D9A4E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95500"/>
            <a:ext cx="876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• You should be ready to reason through advanced AWS DevOps scenarios covering delivery, operations, resilience, security,...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948C42-51C8-43FA-B44D-B09E77BE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5FBDF2-4E0A-4D8F-B22D-4FE2A8F3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306401-0B74-4477-9476-B8ECB821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1996769949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DC43D5-AFC2-45B2-89AD-4137B420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COURSE RECAP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1CD36-0041-4887-8329-CB652186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What You Achieved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0F901D-2E17-417E-94CC-B6EF7194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A96AF8-1EA0-4708-A240-596AFDCF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40359D-8122-4467-BB55-70BD3313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4C2AC-09C5-4E1B-B8D6-A4B0585A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6FEB"/>
                </a:solidFill>
              </a:defRPr>
            </a:pPr>
            <a:r>
              <a:rPr sz="1500" b="1">
                <a:solidFill>
                  <a:srgbClr val="1F6FE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DA8740-375F-4990-B786-1AC4B5E0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383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Governed AWS accounts and IAM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8CF172-B852-4FB9-86C2-274D509D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6685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753DDC-DEEA-4389-BBDA-FE5F58F2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668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D74E2A-5F0A-45A0-BFC3-9BC430C4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764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C1D07B-4569-4A63-811C-0AC6BC4D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6383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Designed repeatable infrastructure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995725-9B05-403F-AC4B-ED53DEED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B9B59B-CBC1-4590-A2EF-35340088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60918A-D952-4A9F-ABA6-913B8432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B3F240-A9A0-4054-AF1F-063BBE60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Mapped CI/CD and deployment controls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A28DCB-C5BA-4687-894E-E0F33CE2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7180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159C28-F91E-4202-9EB7-BACE6F83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718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DCEA2A-490A-41AE-874A-753B388B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E127C9-6C6D-4B93-A020-0139FA8A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4325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Planned fleet automation and patching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5C6FA5-EFE2-475F-A454-9A633B75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FE6C66-56A8-43E2-A122-B97BFD93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B7B86E-07D5-4846-8487-6D2B31E3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6FEB"/>
                </a:solidFill>
              </a:defRPr>
            </a:pPr>
            <a:r>
              <a:rPr sz="1500" b="1">
                <a:solidFill>
                  <a:srgbClr val="1F6FEB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C948C3-BA90-448E-82A9-80790636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Connected metrics, logs, traces and events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639F75-7DCA-4BEE-B4A0-13596874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7675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8CA5C2-57D5-454C-A500-EC961A79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767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C1F9B3-4DCB-4FE8-BBC2-6590E79D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863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EA3756-1F4B-4796-AB38-76F9C8A8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482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Applied resilience, security and cost guardrails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62068D-BF97-4F4E-8555-50381010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918BB5-25CD-4D9C-9271-7D40F1B8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DD2CC5-0603-4481-83C9-C0E44701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547263608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570E59-DD50-4220-BF57-AABAFF90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51F6D-3D99-42F0-BDCE-29BA9891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Courseware and Assessment on the LMS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29451-2561-42F9-A17A-DBF4BDFA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D80D47-65E2-4259-B861-4F5402B0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333750" cy="3619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921646-B56F-4F3B-AB90-C4704549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827C27-A4D1-4FBF-A2DB-B64296B9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6FEB"/>
                </a:solidFill>
              </a:defRPr>
            </a:pPr>
            <a:r>
              <a:rPr sz="2400" b="1">
                <a:solidFill>
                  <a:srgbClr val="1F6FEB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BDA2D4-C7CF-4D5A-B1F0-F1034C19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28384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Download the PPT and Learner Guide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D0617C-E8C6-485E-91B2-C1F0515B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14500"/>
            <a:ext cx="3333750" cy="3619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160BA4-E646-4AA1-93FB-C50BC5F9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1450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CED84-D479-46AB-AA75-7D9041F7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478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B981"/>
                </a:solidFill>
              </a:defRPr>
            </a:pPr>
            <a:r>
              <a:rPr sz="2400" b="1">
                <a:solidFill>
                  <a:srgbClr val="10B981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9B77DE-298F-4985-B5F1-6DDA7983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14625"/>
            <a:ext cx="28384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Complete the assessment on the LMS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A495D4-7A06-4D89-ABD1-1B537799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14500"/>
            <a:ext cx="3333750" cy="3619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8DA281-028D-4B17-BF44-055EC35C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1450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F6DBB1-CC52-44CF-9363-23BBD9E2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478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C3AED"/>
                </a:solidFill>
              </a:defRPr>
            </a:pPr>
            <a:r>
              <a:rPr sz="2400" b="1">
                <a:solidFill>
                  <a:srgbClr val="7C3AED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C35D23-4555-466F-9515-809F34C3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14625"/>
            <a:ext cx="28384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LMS: https://lms-tms.tertiaryinfotech.com/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5E2885-138D-4AF1-AB48-07DAC673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9C2CC9-9B7F-45EF-806F-34A8B735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4A0CFE-1C32-4046-AFB5-C4693CB4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1025216468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9FB22B-D055-4F92-9115-021988FB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6FEB"/>
                </a:solidFill>
              </a:defRPr>
            </a:pPr>
            <a:r>
              <a:rPr sz="1050" b="1">
                <a:solidFill>
                  <a:srgbClr val="1F6FEB"/>
                </a:solidFill>
              </a:rPr>
              <a:t>PRACTICE EXAM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439A70-E1D9-4893-B103-BAF26AB4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Prepare with AWS DevOps 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268980-C155-46A7-93CC-9C7A1E6B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C1FA43-E313-4FE9-A88F-0911644D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66875"/>
            <a:ext cx="5095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Reinforce all AWS DevOps Engineer Professional domains with realistic exam-style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Use timed sets to test SDLC automation, configuration management, monitoring, incident response, security and governance.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Review incorrect answers and revisit the linked lab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1924CE-456B-40AB-BE76-DEC8E8F2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82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Access and practise at: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C5627-195D-4B3D-97FD-A9938ABD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81625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6FEB"/>
                </a:solidFill>
              </a:defRPr>
            </a:pPr>
            <a:r>
              <a:rPr sz="1575" b="1">
                <a:solidFill>
                  <a:srgbClr val="1F6FEB"/>
                </a:solidFill>
              </a:rPr>
              <a:t>AWS Skill Builder or trainer-provided practice 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C0CA9C-938F-4DE3-AD18-0A096057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66875"/>
            <a:ext cx="523875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F98EFA-003D-4BFB-AC8F-9C3CCACE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95262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AWS DevOps Practice Dashboard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CF91D5-8D5C-49D9-A1EB-4FA2C998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146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5563"/>
                </a:solidFill>
              </a:defRPr>
            </a:pPr>
            <a:r>
              <a:rPr sz="1125" b="1">
                <a:solidFill>
                  <a:srgbClr val="4B5563"/>
                </a:solidFill>
              </a:rPr>
              <a:t>SDLC automation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38C0D3-A6E1-41AE-9903-7879DEE4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90850"/>
            <a:ext cx="4095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FB8840-167F-41A9-89D4-216A8B09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90850"/>
            <a:ext cx="360426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811701-5F08-404F-86DF-5388CEED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905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6FEB"/>
                </a:solidFill>
              </a:defRPr>
            </a:pPr>
            <a:r>
              <a:rPr sz="975" b="1">
                <a:solidFill>
                  <a:srgbClr val="1F6FEB"/>
                </a:solidFill>
              </a:rPr>
              <a:t>88%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070840-6241-4DDA-9847-7811B90A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286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5563"/>
                </a:solidFill>
              </a:defRPr>
            </a:pPr>
            <a:r>
              <a:rPr sz="1125" b="1">
                <a:solidFill>
                  <a:srgbClr val="4B5563"/>
                </a:solidFill>
              </a:rPr>
              <a:t>Configuration management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F8CDA1-0FEF-46A9-B472-7BB34113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62350"/>
            <a:ext cx="4095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A62272-B6E5-426A-A997-32290352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62350"/>
            <a:ext cx="335851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28A4B5-5562-4687-AD2A-991CD404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4766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0B981"/>
                </a:solidFill>
              </a:defRPr>
            </a:pPr>
            <a:r>
              <a:rPr sz="975" b="1">
                <a:solidFill>
                  <a:srgbClr val="10B981"/>
                </a:solidFill>
              </a:rPr>
              <a:t>82%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9DBFB5-E9F0-49E7-8564-B4D26116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8576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5563"/>
                </a:solidFill>
              </a:defRPr>
            </a:pPr>
            <a:r>
              <a:rPr sz="1125" b="1">
                <a:solidFill>
                  <a:srgbClr val="4B5563"/>
                </a:solidFill>
              </a:rPr>
              <a:t>Monitoring &amp; incident 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B0A7F3-EF59-42CF-A124-DFD29CE1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133850"/>
            <a:ext cx="4095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94B60E-79A8-40AA-BC85-EAB1368A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133850"/>
            <a:ext cx="311277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45CDFA-02EF-4BE4-A65E-7E3B4F00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48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7C3AED"/>
                </a:solidFill>
              </a:rPr>
              <a:t>76%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42725D-B4A0-4B03-8889-848DAB60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429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5563"/>
                </a:solidFill>
              </a:defRPr>
            </a:pPr>
            <a:r>
              <a:rPr sz="1125" b="1">
                <a:solidFill>
                  <a:srgbClr val="4B5563"/>
                </a:solidFill>
              </a:rPr>
              <a:t>Policies &amp; standards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7AD731-0984-494A-9C38-759AE151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705350"/>
            <a:ext cx="4095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271DB4-54B5-46B2-BAAE-F424F03B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705350"/>
            <a:ext cx="28670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E9D4F4-08E7-4AA2-B828-BF3103A2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6196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59E0B"/>
                </a:solidFill>
              </a:defRPr>
            </a:pPr>
            <a:r>
              <a:rPr sz="975" b="1">
                <a:solidFill>
                  <a:srgbClr val="F59E0B"/>
                </a:solidFill>
              </a:rPr>
              <a:t>70%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4078E2-B76B-4E6C-9F32-3A6DA249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FF5ECC-62C8-48D7-B414-2A7A1490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A96671-9867-4573-960B-B241C2E3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1465398165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5AE98B-7A79-4F8E-B8BE-986637E0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ASSESSMENT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DAE251-10AB-439B-AA37-1B75C2CE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Final Assessment Reminder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DEC9B-199E-46C2-A740-EBE7D0BF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88AC52-F4DF-4355-BF13-4353ED2E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333750" cy="3619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7F10EA-89F1-444B-A1FA-34608FD4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048C9-98C6-4475-B728-73E0D7BB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6FEB"/>
                </a:solidFill>
              </a:defRPr>
            </a:pPr>
            <a:r>
              <a:rPr sz="2400" b="1">
                <a:solidFill>
                  <a:srgbClr val="1F6FEB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3506D5-F58C-4277-98D9-96EC8B8A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28384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Written Assessment - 1 hour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048176-5A3D-49D0-B6C7-52E6FF2C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14500"/>
            <a:ext cx="3333750" cy="3619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C69923-A0EB-422F-AEA5-0FEFBB28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1450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74150B-46C4-4AB9-A3BB-32A837AA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478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B981"/>
                </a:solidFill>
              </a:defRPr>
            </a:pPr>
            <a:r>
              <a:rPr sz="2400" b="1">
                <a:solidFill>
                  <a:srgbClr val="10B981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CE2E31-DC32-4B41-8CDD-1DA2741B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14625"/>
            <a:ext cx="28384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Practical Performance - 1 hour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5C901C-9878-40D3-A371-34792629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14500"/>
            <a:ext cx="3333750" cy="3619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B1262E-11E8-4320-9B79-E24FE67B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1450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2F29F1-825D-457F-B30F-CA998E30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478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C3AED"/>
                </a:solidFill>
              </a:defRPr>
            </a:pPr>
            <a:r>
              <a:rPr sz="2400" b="1">
                <a:solidFill>
                  <a:srgbClr val="7C3AED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F13E10-EB8F-4732-8FD8-42328419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14625"/>
            <a:ext cx="28384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Open book; submit on LMS and retain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E02413-A6E0-4F77-A096-02E966F0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6C1D64-BDC6-4D5C-BB80-93D0C219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442407-7AD5-44C7-A0CB-D46587FA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2111434286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CC4697-4F39-49B9-9343-DBDF2CB4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6FEB"/>
                </a:solidFill>
              </a:defRPr>
            </a:pPr>
            <a:r>
              <a:rPr sz="1050" b="1">
                <a:solidFill>
                  <a:srgbClr val="1F6FEB"/>
                </a:solidFill>
              </a:rPr>
              <a:t>ASSESSMENT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9E91C2-0D66-4DF8-96F2-39F572EA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Assessment Flow Reminder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58065-D821-42D0-BBBB-D791849E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BD3A16-47FA-40E9-AAAB-D7130389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2000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AB42D6-583D-49B9-82CB-2EA12559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B5E4C9-6E49-45F7-99B2-CD0FB9A1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4479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43131-4F18-4C7F-9847-05696D50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TRAQOM digital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attendance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39A083-2E0C-46D6-BB5D-33FB55C2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857500"/>
            <a:ext cx="28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4B5563"/>
                </a:solidFill>
              </a:defRPr>
            </a:pPr>
            <a:r>
              <a:rPr sz="2475" b="1">
                <a:solidFill>
                  <a:srgbClr val="4B5563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9A210A-35B3-473D-9817-84EE3134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143125"/>
            <a:ext cx="2000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A98CA4-AAD9-45B2-A546-91F74E67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3336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7F1D7D-1BCD-4069-BD6F-5A13B7F6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479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3DAF8E-40EC-4C9B-81BE-E3E99D00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048000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Assessment digital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attendance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275AFF-36D8-48A2-BB37-673CB76C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57500"/>
            <a:ext cx="28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4B5563"/>
                </a:solidFill>
              </a:defRPr>
            </a:pPr>
            <a:r>
              <a:rPr sz="2475" b="1">
                <a:solidFill>
                  <a:srgbClr val="4B5563"/>
                </a:solidFill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CDF804-9E5D-4009-984E-086D8FE6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43125"/>
            <a:ext cx="2000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2BFC5F-F4F5-4173-BFD5-5E14E323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336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CDAB1F-CB85-49AC-A556-A980B902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4479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88BE77-093D-4EAA-84BD-C558582B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48000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Sit WA then PP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D6DC6C-5BA8-4DD9-AEB9-D40B9E38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857500"/>
            <a:ext cx="28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4B5563"/>
                </a:solidFill>
              </a:defRPr>
            </a:pPr>
            <a:r>
              <a:rPr sz="2475" b="1">
                <a:solidFill>
                  <a:srgbClr val="4B5563"/>
                </a:solidFill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B76E96-794D-475E-897E-F32DB9E8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143125"/>
            <a:ext cx="2000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42F38F-09A0-439D-944B-AF8CECBC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3336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626894-9093-4365-951A-E72F8906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479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699CC0-99DA-469C-8E41-EAB98ABF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048000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Submit answers on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the LMS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95CB6E-B3BC-480C-88C0-34D87C6D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57500"/>
            <a:ext cx="28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4B5563"/>
                </a:solidFill>
              </a:defRPr>
            </a:pPr>
            <a:r>
              <a:rPr sz="2475" b="1">
                <a:solidFill>
                  <a:srgbClr val="4B5563"/>
                </a:solidFill>
              </a:rPr>
              <a:t>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FDA5BF-F05E-4C1F-86D8-730A5041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43125"/>
            <a:ext cx="2000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1A10CF-8845-4F12-A977-D99CA774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336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B6C6B0-F5C1-4DB6-B230-2D5F315D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4479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A5E94B-68CC-495D-AC78-1F2B8275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48000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Sign Assessment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Summary Record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D52422-1610-4B8F-B533-5C500B43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4B5563"/>
                </a:solidFill>
              </a:defRPr>
            </a:pPr>
            <a:r>
              <a:rPr sz="1575" b="0">
                <a:solidFill>
                  <a:srgbClr val="4B5563"/>
                </a:solidFill>
              </a:rPr>
              <a:t>The TRAQOM QR code and assessment submission are both handled through the LMS/TMS portal.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2E73AB-C04B-42FD-B987-B31D256F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1EB66C-1F30-45D7-8CC5-E01452D4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455E07-D6E9-460F-ABAD-8BFB5F04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1312976328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1959AA-7BB3-4163-8D0C-024CE9D6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MANDATORY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ABAC4F-3ECA-4BA3-9124-2F33F339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Digital Attendance (TRAQOM · SSG)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22D6D-34AC-4EC5-A7B2-B817429F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AA863C-B8B3-45F7-B2CA-723EC95B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074D1-D662-4368-A374-857522EB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28C1A7-9240-4A9A-8611-5D054A84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6FEB"/>
                </a:solidFill>
              </a:defRPr>
            </a:pPr>
            <a:r>
              <a:rPr sz="1500" b="1">
                <a:solidFill>
                  <a:srgbClr val="1F6FE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0FE4A6-03A3-4947-B552-B3FBB201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383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Complete the assessment attendance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3FF5BF-A87B-4551-AC6C-07115B74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6685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9CC80A-9E66-4CD4-8CCD-9A0D07F0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668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B866E6-EEAD-45E9-B39C-E08E3FB8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764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8DB04E-01B0-4AC8-A646-6F7579EF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6383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Use your registered learner details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263AB5-F79E-459E-8BB4-A621597A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D0EA40-0CC9-4B93-8DE1-86635B55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0715CB-F70E-4A8E-B3BF-D47AA5C8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7A282A-F346-4537-9B55-830F678D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Confirm successful submission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66BC96-4996-47C9-861D-ACF381F5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7180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10A0CE-C26E-48E1-A154-1845292A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718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964689-31FE-4FBF-B7E6-6122C8D2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3A21B7-9A59-44ED-B43F-EFDCA6DF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4325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Inform the assessor if the record fails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8008A4-1554-4E07-9D00-47C71433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217421-B98B-4B3D-A5A8-BFED703C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A65200-EBBD-4180-9F18-CFB5BF69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1429609420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21CEF2-5DC2-4D51-90B9-B83F4884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D4D814-37A1-4E66-B34A-3953A974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90875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D7E3F4"/>
                </a:solidFill>
              </a:defRPr>
            </a:pPr>
            <a:r>
              <a:rPr sz="1875" b="0">
                <a:solidFill>
                  <a:srgbClr val="D7E3F4"/>
                </a:solidFill>
              </a:rPr>
              <a:t>Apply the lab evidence to your AWS DevOps practice and exam preparation.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112197-1528-4903-B383-496CA52D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5300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B981"/>
                </a:solidFill>
              </a:defRPr>
            </a:pPr>
            <a:r>
              <a:rPr sz="1275" b="0">
                <a:solidFill>
                  <a:srgbClr val="10B981"/>
                </a:solidFill>
              </a:rPr>
              <a:t>enquiry@tertiaryinfotech.com  |  +65 6100 0613  |  www.tertiarycourses.com.sg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1495D7-E6A4-4E29-B4F9-EC9A34E5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F20CE-1910-4B17-A912-450E2556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B6BFDC-AFED-4A61-ADC9-59F0765F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18017133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2026-07-10T06:46:25.1990000Z</dcterms:created>
  <dcterms:modified xsi:type="dcterms:W3CDTF">2026-07-10T06:46:25.1990000Z</dcterms:modified>
</coreProperties>
</file>